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6" r:id="rId1"/>
    <p:sldMasterId id="2147483727" r:id="rId2"/>
    <p:sldMasterId id="2147483728" r:id="rId3"/>
  </p:sldMasterIdLst>
  <p:notesMasterIdLst>
    <p:notesMasterId r:id="rId13"/>
  </p:notesMasterIdLst>
  <p:sldIdLst>
    <p:sldId id="276" r:id="rId4"/>
    <p:sldId id="277" r:id="rId5"/>
    <p:sldId id="278" r:id="rId6"/>
    <p:sldId id="279" r:id="rId7"/>
    <p:sldId id="280" r:id="rId8"/>
    <p:sldId id="281" r:id="rId9"/>
    <p:sldId id="282" r:id="rId10"/>
    <p:sldId id="283" r:id="rId11"/>
    <p:sldId id="284" r:id="rId12"/>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81" d="100"/>
          <a:sy n="81" d="100"/>
        </p:scale>
        <p:origin x="4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4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85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85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85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85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1048583" name="PlaceHolder 1"/>
          <p:cNvSpPr>
            <a:spLocks noGrp="1"/>
          </p:cNvSpPr>
          <p:nvPr>
            <p:ph type="ftr" idx="1"/>
          </p:nvPr>
        </p:nvSpPr>
        <p:spPr/>
        <p:txBody>
          <a:bodyPr/>
          <a:lstStyle/>
          <a:p>
            <a:r>
              <a:t>Footer</a:t>
            </a:r>
          </a:p>
        </p:txBody>
      </p:sp>
      <p:sp>
        <p:nvSpPr>
          <p:cNvPr id="1048584" name="PlaceHolder 2"/>
          <p:cNvSpPr>
            <a:spLocks noGrp="1"/>
          </p:cNvSpPr>
          <p:nvPr>
            <p:ph type="sldNum" idx="2"/>
          </p:nvPr>
        </p:nvSpPr>
        <p:spPr/>
        <p:txBody>
          <a:bodyPr/>
          <a:lstStyle/>
          <a:p>
            <a:fld id="{278D9A19-765D-44A4-ABF0-EE9A515A9FB9}" type="slidenum">
              <a:t>‹#›</a:t>
            </a:fld>
            <a:endParaRPr/>
          </a:p>
        </p:txBody>
      </p:sp>
      <p:sp>
        <p:nvSpPr>
          <p:cNvPr id="1048585"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4873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34"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1048735" name="PlaceHolder 3"/>
          <p:cNvSpPr>
            <a:spLocks noGrp="1"/>
          </p:cNvSpPr>
          <p:nvPr>
            <p:ph type="ftr" idx="1"/>
          </p:nvPr>
        </p:nvSpPr>
        <p:spPr/>
        <p:txBody>
          <a:bodyPr/>
          <a:lstStyle/>
          <a:p>
            <a:r>
              <a:t>Footer</a:t>
            </a:r>
          </a:p>
        </p:txBody>
      </p:sp>
      <p:sp>
        <p:nvSpPr>
          <p:cNvPr id="1048736" name="PlaceHolder 4"/>
          <p:cNvSpPr>
            <a:spLocks noGrp="1"/>
          </p:cNvSpPr>
          <p:nvPr>
            <p:ph type="sldNum" idx="2"/>
          </p:nvPr>
        </p:nvSpPr>
        <p:spPr/>
        <p:txBody>
          <a:bodyPr/>
          <a:lstStyle/>
          <a:p>
            <a:fld id="{2B7A7442-0537-4B3A-B028-1104CAB4ACDE}" type="slidenum">
              <a:t>‹#›</a:t>
            </a:fld>
            <a:endParaRPr/>
          </a:p>
        </p:txBody>
      </p:sp>
      <p:sp>
        <p:nvSpPr>
          <p:cNvPr id="1048737"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4875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5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53" name="PlaceHolder 3"/>
          <p:cNvSpPr>
            <a:spLocks noGrp="1"/>
          </p:cNvSpPr>
          <p:nvPr>
            <p:ph type="ftr" idx="1"/>
          </p:nvPr>
        </p:nvSpPr>
        <p:spPr/>
        <p:txBody>
          <a:bodyPr/>
          <a:lstStyle/>
          <a:p>
            <a:r>
              <a:t>Footer</a:t>
            </a:r>
          </a:p>
        </p:txBody>
      </p:sp>
      <p:sp>
        <p:nvSpPr>
          <p:cNvPr id="1048754" name="PlaceHolder 4"/>
          <p:cNvSpPr>
            <a:spLocks noGrp="1"/>
          </p:cNvSpPr>
          <p:nvPr>
            <p:ph type="sldNum" idx="2"/>
          </p:nvPr>
        </p:nvSpPr>
        <p:spPr/>
        <p:txBody>
          <a:bodyPr/>
          <a:lstStyle/>
          <a:p>
            <a:fld id="{CFD8C9AA-26BC-4EAB-A2E1-151F9907E3AD}" type="slidenum">
              <a:t>‹#›</a:t>
            </a:fld>
            <a:endParaRPr/>
          </a:p>
        </p:txBody>
      </p:sp>
      <p:sp>
        <p:nvSpPr>
          <p:cNvPr id="1048755"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4875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5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5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59" name="PlaceHolder 4"/>
          <p:cNvSpPr>
            <a:spLocks noGrp="1"/>
          </p:cNvSpPr>
          <p:nvPr>
            <p:ph type="ftr" idx="1"/>
          </p:nvPr>
        </p:nvSpPr>
        <p:spPr/>
        <p:txBody>
          <a:bodyPr/>
          <a:lstStyle/>
          <a:p>
            <a:r>
              <a:t>Footer</a:t>
            </a:r>
          </a:p>
        </p:txBody>
      </p:sp>
      <p:sp>
        <p:nvSpPr>
          <p:cNvPr id="1048760" name="PlaceHolder 5"/>
          <p:cNvSpPr>
            <a:spLocks noGrp="1"/>
          </p:cNvSpPr>
          <p:nvPr>
            <p:ph type="sldNum" idx="2"/>
          </p:nvPr>
        </p:nvSpPr>
        <p:spPr/>
        <p:txBody>
          <a:bodyPr/>
          <a:lstStyle/>
          <a:p>
            <a:fld id="{38F97894-B5E3-4AB7-8C8E-E1A15F73C25C}" type="slidenum">
              <a:t>‹#›</a:t>
            </a:fld>
            <a:endParaRPr/>
          </a:p>
        </p:txBody>
      </p:sp>
      <p:sp>
        <p:nvSpPr>
          <p:cNvPr id="1048761"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63" name="PlaceHolder 2"/>
          <p:cNvSpPr>
            <a:spLocks noGrp="1"/>
          </p:cNvSpPr>
          <p:nvPr>
            <p:ph type="ftr" idx="1"/>
          </p:nvPr>
        </p:nvSpPr>
        <p:spPr/>
        <p:txBody>
          <a:bodyPr/>
          <a:lstStyle/>
          <a:p>
            <a:r>
              <a:t>Footer</a:t>
            </a:r>
          </a:p>
        </p:txBody>
      </p:sp>
      <p:sp>
        <p:nvSpPr>
          <p:cNvPr id="1048764" name="PlaceHolder 3"/>
          <p:cNvSpPr>
            <a:spLocks noGrp="1"/>
          </p:cNvSpPr>
          <p:nvPr>
            <p:ph type="sldNum" idx="2"/>
          </p:nvPr>
        </p:nvSpPr>
        <p:spPr/>
        <p:txBody>
          <a:bodyPr/>
          <a:lstStyle/>
          <a:p>
            <a:fld id="{C1D84A4B-DF68-4973-8245-C8C42AB0D7AF}" type="slidenum">
              <a:t>‹#›</a:t>
            </a:fld>
            <a:endParaRPr/>
          </a:p>
        </p:txBody>
      </p:sp>
      <p:sp>
        <p:nvSpPr>
          <p:cNvPr id="104876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48711"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1048712" name="PlaceHolder 2"/>
          <p:cNvSpPr>
            <a:spLocks noGrp="1"/>
          </p:cNvSpPr>
          <p:nvPr>
            <p:ph type="ftr" idx="1"/>
          </p:nvPr>
        </p:nvSpPr>
        <p:spPr/>
        <p:txBody>
          <a:bodyPr/>
          <a:lstStyle/>
          <a:p>
            <a:r>
              <a:t>Footer</a:t>
            </a:r>
          </a:p>
        </p:txBody>
      </p:sp>
      <p:sp>
        <p:nvSpPr>
          <p:cNvPr id="1048713" name="PlaceHolder 3"/>
          <p:cNvSpPr>
            <a:spLocks noGrp="1"/>
          </p:cNvSpPr>
          <p:nvPr>
            <p:ph type="sldNum" idx="2"/>
          </p:nvPr>
        </p:nvSpPr>
        <p:spPr/>
        <p:txBody>
          <a:bodyPr/>
          <a:lstStyle/>
          <a:p>
            <a:fld id="{8FF01E74-B0D1-416A-871C-95E3B364406D}" type="slidenum">
              <a:t>‹#›</a:t>
            </a:fld>
            <a:endParaRPr/>
          </a:p>
        </p:txBody>
      </p:sp>
      <p:sp>
        <p:nvSpPr>
          <p:cNvPr id="1048714"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4876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6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6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6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70" name="PlaceHolder 5"/>
          <p:cNvSpPr>
            <a:spLocks noGrp="1"/>
          </p:cNvSpPr>
          <p:nvPr>
            <p:ph type="ftr" idx="1"/>
          </p:nvPr>
        </p:nvSpPr>
        <p:spPr/>
        <p:txBody>
          <a:bodyPr/>
          <a:lstStyle/>
          <a:p>
            <a:r>
              <a:t>Footer</a:t>
            </a:r>
          </a:p>
        </p:txBody>
      </p:sp>
      <p:sp>
        <p:nvSpPr>
          <p:cNvPr id="1048771" name="PlaceHolder 6"/>
          <p:cNvSpPr>
            <a:spLocks noGrp="1"/>
          </p:cNvSpPr>
          <p:nvPr>
            <p:ph type="sldNum" idx="2"/>
          </p:nvPr>
        </p:nvSpPr>
        <p:spPr/>
        <p:txBody>
          <a:bodyPr/>
          <a:lstStyle/>
          <a:p>
            <a:fld id="{39F313B5-27C2-4457-8ABD-AE0B918B4344}" type="slidenum">
              <a:t>‹#›</a:t>
            </a:fld>
            <a:endParaRPr/>
          </a:p>
        </p:txBody>
      </p:sp>
      <p:sp>
        <p:nvSpPr>
          <p:cNvPr id="1048772"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4877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7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7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7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77" name="PlaceHolder 5"/>
          <p:cNvSpPr>
            <a:spLocks noGrp="1"/>
          </p:cNvSpPr>
          <p:nvPr>
            <p:ph type="ftr" idx="1"/>
          </p:nvPr>
        </p:nvSpPr>
        <p:spPr/>
        <p:txBody>
          <a:bodyPr/>
          <a:lstStyle/>
          <a:p>
            <a:r>
              <a:t>Footer</a:t>
            </a:r>
          </a:p>
        </p:txBody>
      </p:sp>
      <p:sp>
        <p:nvSpPr>
          <p:cNvPr id="1048778" name="PlaceHolder 6"/>
          <p:cNvSpPr>
            <a:spLocks noGrp="1"/>
          </p:cNvSpPr>
          <p:nvPr>
            <p:ph type="sldNum" idx="2"/>
          </p:nvPr>
        </p:nvSpPr>
        <p:spPr/>
        <p:txBody>
          <a:bodyPr/>
          <a:lstStyle/>
          <a:p>
            <a:fld id="{C5067A81-A057-4B77-9CD4-70979B87C08F}" type="slidenum">
              <a:t>‹#›</a:t>
            </a:fld>
            <a:endParaRPr/>
          </a:p>
        </p:txBody>
      </p:sp>
      <p:sp>
        <p:nvSpPr>
          <p:cNvPr id="1048779"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873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3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4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4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42" name="PlaceHolder 5"/>
          <p:cNvSpPr>
            <a:spLocks noGrp="1"/>
          </p:cNvSpPr>
          <p:nvPr>
            <p:ph type="ftr" idx="1"/>
          </p:nvPr>
        </p:nvSpPr>
        <p:spPr/>
        <p:txBody>
          <a:bodyPr/>
          <a:lstStyle/>
          <a:p>
            <a:r>
              <a:t>Footer</a:t>
            </a:r>
          </a:p>
        </p:txBody>
      </p:sp>
      <p:sp>
        <p:nvSpPr>
          <p:cNvPr id="1048743" name="PlaceHolder 6"/>
          <p:cNvSpPr>
            <a:spLocks noGrp="1"/>
          </p:cNvSpPr>
          <p:nvPr>
            <p:ph type="sldNum" idx="2"/>
          </p:nvPr>
        </p:nvSpPr>
        <p:spPr/>
        <p:txBody>
          <a:bodyPr/>
          <a:lstStyle/>
          <a:p>
            <a:fld id="{ACBEE0CD-A1CE-400E-8810-7E0F04E938CC}" type="slidenum">
              <a:t>‹#›</a:t>
            </a:fld>
            <a:endParaRPr/>
          </a:p>
        </p:txBody>
      </p:sp>
      <p:sp>
        <p:nvSpPr>
          <p:cNvPr id="1048744"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874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46"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47"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48" name="PlaceHolder 4"/>
          <p:cNvSpPr>
            <a:spLocks noGrp="1"/>
          </p:cNvSpPr>
          <p:nvPr>
            <p:ph type="ftr" idx="1"/>
          </p:nvPr>
        </p:nvSpPr>
        <p:spPr/>
        <p:txBody>
          <a:bodyPr/>
          <a:lstStyle/>
          <a:p>
            <a:r>
              <a:t>Footer</a:t>
            </a:r>
          </a:p>
        </p:txBody>
      </p:sp>
      <p:sp>
        <p:nvSpPr>
          <p:cNvPr id="1048749" name="PlaceHolder 5"/>
          <p:cNvSpPr>
            <a:spLocks noGrp="1"/>
          </p:cNvSpPr>
          <p:nvPr>
            <p:ph type="sldNum" idx="2"/>
          </p:nvPr>
        </p:nvSpPr>
        <p:spPr/>
        <p:txBody>
          <a:bodyPr/>
          <a:lstStyle/>
          <a:p>
            <a:fld id="{5F4E198C-60B2-4891-A29D-1E08AC9922C8}" type="slidenum">
              <a:t>‹#›</a:t>
            </a:fld>
            <a:endParaRPr/>
          </a:p>
        </p:txBody>
      </p:sp>
      <p:sp>
        <p:nvSpPr>
          <p:cNvPr id="1048750"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4872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2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2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2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2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30" name="PlaceHolder 6"/>
          <p:cNvSpPr>
            <a:spLocks noGrp="1"/>
          </p:cNvSpPr>
          <p:nvPr>
            <p:ph type="ftr" idx="1"/>
          </p:nvPr>
        </p:nvSpPr>
        <p:spPr/>
        <p:txBody>
          <a:bodyPr/>
          <a:lstStyle/>
          <a:p>
            <a:r>
              <a:t>Footer</a:t>
            </a:r>
          </a:p>
        </p:txBody>
      </p:sp>
      <p:sp>
        <p:nvSpPr>
          <p:cNvPr id="1048731" name="PlaceHolder 7"/>
          <p:cNvSpPr>
            <a:spLocks noGrp="1"/>
          </p:cNvSpPr>
          <p:nvPr>
            <p:ph type="sldNum" idx="2"/>
          </p:nvPr>
        </p:nvSpPr>
        <p:spPr/>
        <p:txBody>
          <a:bodyPr/>
          <a:lstStyle/>
          <a:p>
            <a:fld id="{4089F8FA-EE2B-4B47-B2A5-3B485EA38817}" type="slidenum">
              <a:t>‹#›</a:t>
            </a:fld>
            <a:endParaRPr/>
          </a:p>
        </p:txBody>
      </p:sp>
      <p:sp>
        <p:nvSpPr>
          <p:cNvPr id="1048732"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487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1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1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1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1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2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2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22" name="PlaceHolder 8"/>
          <p:cNvSpPr>
            <a:spLocks noGrp="1"/>
          </p:cNvSpPr>
          <p:nvPr>
            <p:ph type="ftr" idx="1"/>
          </p:nvPr>
        </p:nvSpPr>
        <p:spPr/>
        <p:txBody>
          <a:bodyPr/>
          <a:lstStyle/>
          <a:p>
            <a:r>
              <a:t>Footer</a:t>
            </a:r>
          </a:p>
        </p:txBody>
      </p:sp>
      <p:sp>
        <p:nvSpPr>
          <p:cNvPr id="1048723" name="PlaceHolder 9"/>
          <p:cNvSpPr>
            <a:spLocks noGrp="1"/>
          </p:cNvSpPr>
          <p:nvPr>
            <p:ph type="sldNum" idx="2"/>
          </p:nvPr>
        </p:nvSpPr>
        <p:spPr/>
        <p:txBody>
          <a:bodyPr/>
          <a:lstStyle/>
          <a:p>
            <a:fld id="{988004ED-6720-40BE-BCE0-1BE0535661A0}" type="slidenum">
              <a:t>‹#›</a:t>
            </a:fld>
            <a:endParaRPr/>
          </a:p>
        </p:txBody>
      </p:sp>
      <p:sp>
        <p:nvSpPr>
          <p:cNvPr id="1048724"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1048664" name="PlaceHolder 1"/>
          <p:cNvSpPr>
            <a:spLocks noGrp="1"/>
          </p:cNvSpPr>
          <p:nvPr>
            <p:ph type="ftr" idx="4"/>
          </p:nvPr>
        </p:nvSpPr>
        <p:spPr/>
        <p:txBody>
          <a:bodyPr/>
          <a:lstStyle/>
          <a:p>
            <a:r>
              <a:t>Footer</a:t>
            </a:r>
          </a:p>
        </p:txBody>
      </p:sp>
      <p:sp>
        <p:nvSpPr>
          <p:cNvPr id="1048665" name="PlaceHolder 2"/>
          <p:cNvSpPr>
            <a:spLocks noGrp="1"/>
          </p:cNvSpPr>
          <p:nvPr>
            <p:ph type="sldNum" idx="5"/>
          </p:nvPr>
        </p:nvSpPr>
        <p:spPr/>
        <p:txBody>
          <a:bodyPr/>
          <a:lstStyle/>
          <a:p>
            <a:fld id="{93B6398D-F384-406B-8E6F-5A15152D6997}" type="slidenum">
              <a:t>‹#›</a:t>
            </a:fld>
            <a:endParaRPr/>
          </a:p>
        </p:txBody>
      </p:sp>
      <p:sp>
        <p:nvSpPr>
          <p:cNvPr id="1048666"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4869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9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1048697" name="PlaceHolder 3"/>
          <p:cNvSpPr>
            <a:spLocks noGrp="1"/>
          </p:cNvSpPr>
          <p:nvPr>
            <p:ph type="ftr" idx="4"/>
          </p:nvPr>
        </p:nvSpPr>
        <p:spPr/>
        <p:txBody>
          <a:bodyPr/>
          <a:lstStyle/>
          <a:p>
            <a:r>
              <a:t>Footer</a:t>
            </a:r>
          </a:p>
        </p:txBody>
      </p:sp>
      <p:sp>
        <p:nvSpPr>
          <p:cNvPr id="1048698" name="PlaceHolder 4"/>
          <p:cNvSpPr>
            <a:spLocks noGrp="1"/>
          </p:cNvSpPr>
          <p:nvPr>
            <p:ph type="sldNum" idx="5"/>
          </p:nvPr>
        </p:nvSpPr>
        <p:spPr/>
        <p:txBody>
          <a:bodyPr/>
          <a:lstStyle/>
          <a:p>
            <a:fld id="{49E0B404-167C-4340-A05E-B67DB8634039}" type="slidenum">
              <a:t>‹#›</a:t>
            </a:fld>
            <a:endParaRPr/>
          </a:p>
        </p:txBody>
      </p:sp>
      <p:sp>
        <p:nvSpPr>
          <p:cNvPr id="1048699"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4862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22"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23" name="PlaceHolder 3"/>
          <p:cNvSpPr>
            <a:spLocks noGrp="1"/>
          </p:cNvSpPr>
          <p:nvPr>
            <p:ph type="ftr" idx="4"/>
          </p:nvPr>
        </p:nvSpPr>
        <p:spPr/>
        <p:txBody>
          <a:bodyPr/>
          <a:lstStyle/>
          <a:p>
            <a:r>
              <a:t>Footer</a:t>
            </a:r>
          </a:p>
        </p:txBody>
      </p:sp>
      <p:sp>
        <p:nvSpPr>
          <p:cNvPr id="1048624" name="PlaceHolder 4"/>
          <p:cNvSpPr>
            <a:spLocks noGrp="1"/>
          </p:cNvSpPr>
          <p:nvPr>
            <p:ph type="sldNum" idx="5"/>
          </p:nvPr>
        </p:nvSpPr>
        <p:spPr/>
        <p:txBody>
          <a:bodyPr/>
          <a:lstStyle/>
          <a:p>
            <a:fld id="{2F480B82-543F-4BB6-80DC-22DCBF79CB6B}" type="slidenum">
              <a:t>‹#›</a:t>
            </a:fld>
            <a:endParaRPr/>
          </a:p>
        </p:txBody>
      </p:sp>
      <p:sp>
        <p:nvSpPr>
          <p:cNvPr id="1048625"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4860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0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0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03" name="PlaceHolder 4"/>
          <p:cNvSpPr>
            <a:spLocks noGrp="1"/>
          </p:cNvSpPr>
          <p:nvPr>
            <p:ph type="ftr" idx="4"/>
          </p:nvPr>
        </p:nvSpPr>
        <p:spPr/>
        <p:txBody>
          <a:bodyPr/>
          <a:lstStyle/>
          <a:p>
            <a:r>
              <a:t>Footer</a:t>
            </a:r>
          </a:p>
        </p:txBody>
      </p:sp>
      <p:sp>
        <p:nvSpPr>
          <p:cNvPr id="1048604" name="PlaceHolder 5"/>
          <p:cNvSpPr>
            <a:spLocks noGrp="1"/>
          </p:cNvSpPr>
          <p:nvPr>
            <p:ph type="sldNum" idx="5"/>
          </p:nvPr>
        </p:nvSpPr>
        <p:spPr/>
        <p:txBody>
          <a:bodyPr/>
          <a:lstStyle/>
          <a:p>
            <a:fld id="{09FA69DF-C94C-479B-BDB0-7FB92EBF1505}" type="slidenum">
              <a:t>‹#›</a:t>
            </a:fld>
            <a:endParaRPr/>
          </a:p>
        </p:txBody>
      </p:sp>
      <p:sp>
        <p:nvSpPr>
          <p:cNvPr id="1048605"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08" name="PlaceHolder 2"/>
          <p:cNvSpPr>
            <a:spLocks noGrp="1"/>
          </p:cNvSpPr>
          <p:nvPr>
            <p:ph type="ftr" idx="4"/>
          </p:nvPr>
        </p:nvSpPr>
        <p:spPr/>
        <p:txBody>
          <a:bodyPr/>
          <a:lstStyle/>
          <a:p>
            <a:r>
              <a:t>Footer</a:t>
            </a:r>
          </a:p>
        </p:txBody>
      </p:sp>
      <p:sp>
        <p:nvSpPr>
          <p:cNvPr id="1048709" name="PlaceHolder 3"/>
          <p:cNvSpPr>
            <a:spLocks noGrp="1"/>
          </p:cNvSpPr>
          <p:nvPr>
            <p:ph type="sldNum" idx="5"/>
          </p:nvPr>
        </p:nvSpPr>
        <p:spPr/>
        <p:txBody>
          <a:bodyPr/>
          <a:lstStyle/>
          <a:p>
            <a:fld id="{80C09E27-2322-43C3-A0F3-342A923ACAEB}" type="slidenum">
              <a:t>‹#›</a:t>
            </a:fld>
            <a:endParaRPr/>
          </a:p>
        </p:txBody>
      </p:sp>
      <p:sp>
        <p:nvSpPr>
          <p:cNvPr id="1048710"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4865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1048651" name="PlaceHolder 2"/>
          <p:cNvSpPr>
            <a:spLocks noGrp="1"/>
          </p:cNvSpPr>
          <p:nvPr>
            <p:ph type="ftr" idx="4"/>
          </p:nvPr>
        </p:nvSpPr>
        <p:spPr/>
        <p:txBody>
          <a:bodyPr/>
          <a:lstStyle/>
          <a:p>
            <a:r>
              <a:t>Footer</a:t>
            </a:r>
          </a:p>
        </p:txBody>
      </p:sp>
      <p:sp>
        <p:nvSpPr>
          <p:cNvPr id="1048652" name="PlaceHolder 3"/>
          <p:cNvSpPr>
            <a:spLocks noGrp="1"/>
          </p:cNvSpPr>
          <p:nvPr>
            <p:ph type="sldNum" idx="5"/>
          </p:nvPr>
        </p:nvSpPr>
        <p:spPr/>
        <p:txBody>
          <a:bodyPr/>
          <a:lstStyle/>
          <a:p>
            <a:fld id="{A36F7F1F-5D9C-4B3D-ABE3-EEBFD70656DB}" type="slidenum">
              <a:t>‹#›</a:t>
            </a:fld>
            <a:endParaRPr/>
          </a:p>
        </p:txBody>
      </p:sp>
      <p:sp>
        <p:nvSpPr>
          <p:cNvPr id="1048653"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4870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0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0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0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04" name="PlaceHolder 5"/>
          <p:cNvSpPr>
            <a:spLocks noGrp="1"/>
          </p:cNvSpPr>
          <p:nvPr>
            <p:ph type="ftr" idx="4"/>
          </p:nvPr>
        </p:nvSpPr>
        <p:spPr/>
        <p:txBody>
          <a:bodyPr/>
          <a:lstStyle/>
          <a:p>
            <a:r>
              <a:t>Footer</a:t>
            </a:r>
          </a:p>
        </p:txBody>
      </p:sp>
      <p:sp>
        <p:nvSpPr>
          <p:cNvPr id="1048705" name="PlaceHolder 6"/>
          <p:cNvSpPr>
            <a:spLocks noGrp="1"/>
          </p:cNvSpPr>
          <p:nvPr>
            <p:ph type="sldNum" idx="5"/>
          </p:nvPr>
        </p:nvSpPr>
        <p:spPr/>
        <p:txBody>
          <a:bodyPr/>
          <a:lstStyle/>
          <a:p>
            <a:fld id="{4C4D080F-B765-4A62-9612-F4DB6B508205}" type="slidenum">
              <a:t>‹#›</a:t>
            </a:fld>
            <a:endParaRPr/>
          </a:p>
        </p:txBody>
      </p:sp>
      <p:sp>
        <p:nvSpPr>
          <p:cNvPr id="1048706"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486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7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7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7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79" name="PlaceHolder 5"/>
          <p:cNvSpPr>
            <a:spLocks noGrp="1"/>
          </p:cNvSpPr>
          <p:nvPr>
            <p:ph type="ftr" idx="4"/>
          </p:nvPr>
        </p:nvSpPr>
        <p:spPr/>
        <p:txBody>
          <a:bodyPr/>
          <a:lstStyle/>
          <a:p>
            <a:r>
              <a:t>Footer</a:t>
            </a:r>
          </a:p>
        </p:txBody>
      </p:sp>
      <p:sp>
        <p:nvSpPr>
          <p:cNvPr id="1048680" name="PlaceHolder 6"/>
          <p:cNvSpPr>
            <a:spLocks noGrp="1"/>
          </p:cNvSpPr>
          <p:nvPr>
            <p:ph type="sldNum" idx="5"/>
          </p:nvPr>
        </p:nvSpPr>
        <p:spPr/>
        <p:txBody>
          <a:bodyPr/>
          <a:lstStyle/>
          <a:p>
            <a:fld id="{9C44E439-E148-483F-BA39-B223735EE49D}" type="slidenum">
              <a:t>‹#›</a:t>
            </a:fld>
            <a:endParaRPr/>
          </a:p>
        </p:txBody>
      </p:sp>
      <p:sp>
        <p:nvSpPr>
          <p:cNvPr id="1048681"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868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8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8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8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86" name="PlaceHolder 5"/>
          <p:cNvSpPr>
            <a:spLocks noGrp="1"/>
          </p:cNvSpPr>
          <p:nvPr>
            <p:ph type="ftr" idx="4"/>
          </p:nvPr>
        </p:nvSpPr>
        <p:spPr/>
        <p:txBody>
          <a:bodyPr/>
          <a:lstStyle/>
          <a:p>
            <a:r>
              <a:t>Footer</a:t>
            </a:r>
          </a:p>
        </p:txBody>
      </p:sp>
      <p:sp>
        <p:nvSpPr>
          <p:cNvPr id="1048687" name="PlaceHolder 6"/>
          <p:cNvSpPr>
            <a:spLocks noGrp="1"/>
          </p:cNvSpPr>
          <p:nvPr>
            <p:ph type="sldNum" idx="5"/>
          </p:nvPr>
        </p:nvSpPr>
        <p:spPr/>
        <p:txBody>
          <a:bodyPr/>
          <a:lstStyle/>
          <a:p>
            <a:fld id="{0010EE1F-ACFE-4241-B31A-1495733969EF}" type="slidenum">
              <a:t>‹#›</a:t>
            </a:fld>
            <a:endParaRPr/>
          </a:p>
        </p:txBody>
      </p:sp>
      <p:sp>
        <p:nvSpPr>
          <p:cNvPr id="104868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868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9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9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92" name="PlaceHolder 4"/>
          <p:cNvSpPr>
            <a:spLocks noGrp="1"/>
          </p:cNvSpPr>
          <p:nvPr>
            <p:ph type="ftr" idx="4"/>
          </p:nvPr>
        </p:nvSpPr>
        <p:spPr/>
        <p:txBody>
          <a:bodyPr/>
          <a:lstStyle/>
          <a:p>
            <a:r>
              <a:t>Footer</a:t>
            </a:r>
          </a:p>
        </p:txBody>
      </p:sp>
      <p:sp>
        <p:nvSpPr>
          <p:cNvPr id="1048693" name="PlaceHolder 5"/>
          <p:cNvSpPr>
            <a:spLocks noGrp="1"/>
          </p:cNvSpPr>
          <p:nvPr>
            <p:ph type="sldNum" idx="5"/>
          </p:nvPr>
        </p:nvSpPr>
        <p:spPr/>
        <p:txBody>
          <a:bodyPr/>
          <a:lstStyle/>
          <a:p>
            <a:fld id="{24D937C9-0574-40D6-BDE9-88C318DC9340}" type="slidenum">
              <a:t>‹#›</a:t>
            </a:fld>
            <a:endParaRPr/>
          </a:p>
        </p:txBody>
      </p:sp>
      <p:sp>
        <p:nvSpPr>
          <p:cNvPr id="1048694"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486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6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6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7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71"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72" name="PlaceHolder 6"/>
          <p:cNvSpPr>
            <a:spLocks noGrp="1"/>
          </p:cNvSpPr>
          <p:nvPr>
            <p:ph type="ftr" idx="4"/>
          </p:nvPr>
        </p:nvSpPr>
        <p:spPr/>
        <p:txBody>
          <a:bodyPr/>
          <a:lstStyle/>
          <a:p>
            <a:r>
              <a:t>Footer</a:t>
            </a:r>
          </a:p>
        </p:txBody>
      </p:sp>
      <p:sp>
        <p:nvSpPr>
          <p:cNvPr id="1048673" name="PlaceHolder 7"/>
          <p:cNvSpPr>
            <a:spLocks noGrp="1"/>
          </p:cNvSpPr>
          <p:nvPr>
            <p:ph type="sldNum" idx="5"/>
          </p:nvPr>
        </p:nvSpPr>
        <p:spPr/>
        <p:txBody>
          <a:bodyPr/>
          <a:lstStyle/>
          <a:p>
            <a:fld id="{7B512428-112A-4178-B959-E2B4B7746C40}" type="slidenum">
              <a:t>‹#›</a:t>
            </a:fld>
            <a:endParaRPr/>
          </a:p>
        </p:txBody>
      </p:sp>
      <p:sp>
        <p:nvSpPr>
          <p:cNvPr id="1048674"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4865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65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5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5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5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5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6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661" name="PlaceHolder 8"/>
          <p:cNvSpPr>
            <a:spLocks noGrp="1"/>
          </p:cNvSpPr>
          <p:nvPr>
            <p:ph type="ftr" idx="4"/>
          </p:nvPr>
        </p:nvSpPr>
        <p:spPr/>
        <p:txBody>
          <a:bodyPr/>
          <a:lstStyle/>
          <a:p>
            <a:r>
              <a:t>Footer</a:t>
            </a:r>
          </a:p>
        </p:txBody>
      </p:sp>
      <p:sp>
        <p:nvSpPr>
          <p:cNvPr id="1048662" name="PlaceHolder 9"/>
          <p:cNvSpPr>
            <a:spLocks noGrp="1"/>
          </p:cNvSpPr>
          <p:nvPr>
            <p:ph type="sldNum" idx="5"/>
          </p:nvPr>
        </p:nvSpPr>
        <p:spPr/>
        <p:txBody>
          <a:bodyPr/>
          <a:lstStyle/>
          <a:p>
            <a:fld id="{F27E6736-B894-4991-803C-2908849658FC}" type="slidenum">
              <a:t>‹#›</a:t>
            </a:fld>
            <a:endParaRPr/>
          </a:p>
        </p:txBody>
      </p:sp>
      <p:sp>
        <p:nvSpPr>
          <p:cNvPr id="1048663" name="PlaceHolder 10"/>
          <p:cNvSpPr>
            <a:spLocks noGrp="1"/>
          </p:cNvSpPr>
          <p:nvPr>
            <p:ph type="dt" idx="6"/>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1048643" name="PlaceHolder 1"/>
          <p:cNvSpPr>
            <a:spLocks noGrp="1"/>
          </p:cNvSpPr>
          <p:nvPr>
            <p:ph type="ftr" idx="10"/>
          </p:nvPr>
        </p:nvSpPr>
        <p:spPr/>
        <p:txBody>
          <a:bodyPr/>
          <a:lstStyle/>
          <a:p>
            <a:r>
              <a:t>Footer</a:t>
            </a:r>
          </a:p>
        </p:txBody>
      </p:sp>
      <p:sp>
        <p:nvSpPr>
          <p:cNvPr id="1048644" name="PlaceHolder 2"/>
          <p:cNvSpPr>
            <a:spLocks noGrp="1"/>
          </p:cNvSpPr>
          <p:nvPr>
            <p:ph type="sldNum" idx="11"/>
          </p:nvPr>
        </p:nvSpPr>
        <p:spPr/>
        <p:txBody>
          <a:bodyPr/>
          <a:lstStyle/>
          <a:p>
            <a:fld id="{9D8D0604-9C44-45DE-99E8-8BBA65D8F36A}" type="slidenum">
              <a:t>‹#›</a:t>
            </a:fld>
            <a:endParaRPr/>
          </a:p>
        </p:txBody>
      </p:sp>
      <p:sp>
        <p:nvSpPr>
          <p:cNvPr id="1048645" name="PlaceHolder 3"/>
          <p:cNvSpPr>
            <a:spLocks noGrp="1"/>
          </p:cNvSpPr>
          <p:nvPr>
            <p:ph type="dt" idx="12"/>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488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3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1048832" name="PlaceHolder 3"/>
          <p:cNvSpPr>
            <a:spLocks noGrp="1"/>
          </p:cNvSpPr>
          <p:nvPr>
            <p:ph type="ftr" idx="10"/>
          </p:nvPr>
        </p:nvSpPr>
        <p:spPr/>
        <p:txBody>
          <a:bodyPr/>
          <a:lstStyle/>
          <a:p>
            <a:r>
              <a:t>Footer</a:t>
            </a:r>
          </a:p>
        </p:txBody>
      </p:sp>
      <p:sp>
        <p:nvSpPr>
          <p:cNvPr id="1048833" name="PlaceHolder 4"/>
          <p:cNvSpPr>
            <a:spLocks noGrp="1"/>
          </p:cNvSpPr>
          <p:nvPr>
            <p:ph type="sldNum" idx="11"/>
          </p:nvPr>
        </p:nvSpPr>
        <p:spPr/>
        <p:txBody>
          <a:bodyPr/>
          <a:lstStyle/>
          <a:p>
            <a:fld id="{01E36C00-1C59-4CF1-807F-B69AF6FA0BE7}" type="slidenum">
              <a:t>‹#›</a:t>
            </a:fld>
            <a:endParaRPr/>
          </a:p>
        </p:txBody>
      </p:sp>
      <p:sp>
        <p:nvSpPr>
          <p:cNvPr id="1048834" name="PlaceHolder 5"/>
          <p:cNvSpPr>
            <a:spLocks noGrp="1"/>
          </p:cNvSpPr>
          <p:nvPr>
            <p:ph type="dt" idx="12"/>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4881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1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14" name="PlaceHolder 3"/>
          <p:cNvSpPr>
            <a:spLocks noGrp="1"/>
          </p:cNvSpPr>
          <p:nvPr>
            <p:ph type="ftr" idx="10"/>
          </p:nvPr>
        </p:nvSpPr>
        <p:spPr/>
        <p:txBody>
          <a:bodyPr/>
          <a:lstStyle/>
          <a:p>
            <a:r>
              <a:t>Footer</a:t>
            </a:r>
          </a:p>
        </p:txBody>
      </p:sp>
      <p:sp>
        <p:nvSpPr>
          <p:cNvPr id="1048815" name="PlaceHolder 4"/>
          <p:cNvSpPr>
            <a:spLocks noGrp="1"/>
          </p:cNvSpPr>
          <p:nvPr>
            <p:ph type="sldNum" idx="11"/>
          </p:nvPr>
        </p:nvSpPr>
        <p:spPr/>
        <p:txBody>
          <a:bodyPr/>
          <a:lstStyle/>
          <a:p>
            <a:fld id="{0F39F24A-FA30-4F7A-8FBE-4FAEE88B4E6B}" type="slidenum">
              <a:t>‹#›</a:t>
            </a:fld>
            <a:endParaRPr/>
          </a:p>
        </p:txBody>
      </p:sp>
      <p:sp>
        <p:nvSpPr>
          <p:cNvPr id="1048816" name="PlaceHolder 5"/>
          <p:cNvSpPr>
            <a:spLocks noGrp="1"/>
          </p:cNvSpPr>
          <p:nvPr>
            <p:ph type="dt" idx="12"/>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488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3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3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38" name="PlaceHolder 4"/>
          <p:cNvSpPr>
            <a:spLocks noGrp="1"/>
          </p:cNvSpPr>
          <p:nvPr>
            <p:ph type="ftr" idx="10"/>
          </p:nvPr>
        </p:nvSpPr>
        <p:spPr/>
        <p:txBody>
          <a:bodyPr/>
          <a:lstStyle/>
          <a:p>
            <a:r>
              <a:t>Footer</a:t>
            </a:r>
          </a:p>
        </p:txBody>
      </p:sp>
      <p:sp>
        <p:nvSpPr>
          <p:cNvPr id="1048839" name="PlaceHolder 5"/>
          <p:cNvSpPr>
            <a:spLocks noGrp="1"/>
          </p:cNvSpPr>
          <p:nvPr>
            <p:ph type="sldNum" idx="11"/>
          </p:nvPr>
        </p:nvSpPr>
        <p:spPr/>
        <p:txBody>
          <a:bodyPr/>
          <a:lstStyle/>
          <a:p>
            <a:fld id="{9E0DF4B0-2064-4DEF-BBB6-CF1D80AACD18}" type="slidenum">
              <a:t>‹#›</a:t>
            </a:fld>
            <a:endParaRPr/>
          </a:p>
        </p:txBody>
      </p:sp>
      <p:sp>
        <p:nvSpPr>
          <p:cNvPr id="1048840" name="PlaceHolder 6"/>
          <p:cNvSpPr>
            <a:spLocks noGrp="1"/>
          </p:cNvSpPr>
          <p:nvPr>
            <p:ph type="dt" idx="12"/>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84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42" name="PlaceHolder 2"/>
          <p:cNvSpPr>
            <a:spLocks noGrp="1"/>
          </p:cNvSpPr>
          <p:nvPr>
            <p:ph type="ftr" idx="10"/>
          </p:nvPr>
        </p:nvSpPr>
        <p:spPr/>
        <p:txBody>
          <a:bodyPr/>
          <a:lstStyle/>
          <a:p>
            <a:r>
              <a:t>Footer</a:t>
            </a:r>
          </a:p>
        </p:txBody>
      </p:sp>
      <p:sp>
        <p:nvSpPr>
          <p:cNvPr id="1048843" name="PlaceHolder 3"/>
          <p:cNvSpPr>
            <a:spLocks noGrp="1"/>
          </p:cNvSpPr>
          <p:nvPr>
            <p:ph type="sldNum" idx="11"/>
          </p:nvPr>
        </p:nvSpPr>
        <p:spPr/>
        <p:txBody>
          <a:bodyPr/>
          <a:lstStyle/>
          <a:p>
            <a:fld id="{3326A649-2913-4332-87EF-4DAD5764899D}" type="slidenum">
              <a:t>‹#›</a:t>
            </a:fld>
            <a:endParaRPr/>
          </a:p>
        </p:txBody>
      </p:sp>
      <p:sp>
        <p:nvSpPr>
          <p:cNvPr id="1048844" name="PlaceHolder 4"/>
          <p:cNvSpPr>
            <a:spLocks noGrp="1"/>
          </p:cNvSpPr>
          <p:nvPr>
            <p:ph type="dt" idx="12"/>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4884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1048846" name="PlaceHolder 2"/>
          <p:cNvSpPr>
            <a:spLocks noGrp="1"/>
          </p:cNvSpPr>
          <p:nvPr>
            <p:ph type="ftr" idx="10"/>
          </p:nvPr>
        </p:nvSpPr>
        <p:spPr/>
        <p:txBody>
          <a:bodyPr/>
          <a:lstStyle/>
          <a:p>
            <a:r>
              <a:t>Footer</a:t>
            </a:r>
          </a:p>
        </p:txBody>
      </p:sp>
      <p:sp>
        <p:nvSpPr>
          <p:cNvPr id="1048847" name="PlaceHolder 3"/>
          <p:cNvSpPr>
            <a:spLocks noGrp="1"/>
          </p:cNvSpPr>
          <p:nvPr>
            <p:ph type="sldNum" idx="11"/>
          </p:nvPr>
        </p:nvSpPr>
        <p:spPr/>
        <p:txBody>
          <a:bodyPr/>
          <a:lstStyle/>
          <a:p>
            <a:fld id="{64517A29-96E4-4EE4-A99F-1911B54DF3F3}" type="slidenum">
              <a:t>‹#›</a:t>
            </a:fld>
            <a:endParaRPr/>
          </a:p>
        </p:txBody>
      </p:sp>
      <p:sp>
        <p:nvSpPr>
          <p:cNvPr id="1048848" name="PlaceHolder 4"/>
          <p:cNvSpPr>
            <a:spLocks noGrp="1"/>
          </p:cNvSpPr>
          <p:nvPr>
            <p:ph type="dt" idx="12"/>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4878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8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8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8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84" name="PlaceHolder 5"/>
          <p:cNvSpPr>
            <a:spLocks noGrp="1"/>
          </p:cNvSpPr>
          <p:nvPr>
            <p:ph type="ftr" idx="10"/>
          </p:nvPr>
        </p:nvSpPr>
        <p:spPr/>
        <p:txBody>
          <a:bodyPr/>
          <a:lstStyle/>
          <a:p>
            <a:r>
              <a:t>Footer</a:t>
            </a:r>
          </a:p>
        </p:txBody>
      </p:sp>
      <p:sp>
        <p:nvSpPr>
          <p:cNvPr id="1048785" name="PlaceHolder 6"/>
          <p:cNvSpPr>
            <a:spLocks noGrp="1"/>
          </p:cNvSpPr>
          <p:nvPr>
            <p:ph type="sldNum" idx="11"/>
          </p:nvPr>
        </p:nvSpPr>
        <p:spPr/>
        <p:txBody>
          <a:bodyPr/>
          <a:lstStyle/>
          <a:p>
            <a:fld id="{896763FE-CA8D-4E71-80FB-761A21DE69A8}" type="slidenum">
              <a:t>‹#›</a:t>
            </a:fld>
            <a:endParaRPr/>
          </a:p>
        </p:txBody>
      </p:sp>
      <p:sp>
        <p:nvSpPr>
          <p:cNvPr id="1048786" name="PlaceHolder 7"/>
          <p:cNvSpPr>
            <a:spLocks noGrp="1"/>
          </p:cNvSpPr>
          <p:nvPr>
            <p:ph type="dt" idx="12"/>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4878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8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8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90"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91" name="PlaceHolder 5"/>
          <p:cNvSpPr>
            <a:spLocks noGrp="1"/>
          </p:cNvSpPr>
          <p:nvPr>
            <p:ph type="ftr" idx="10"/>
          </p:nvPr>
        </p:nvSpPr>
        <p:spPr/>
        <p:txBody>
          <a:bodyPr/>
          <a:lstStyle/>
          <a:p>
            <a:r>
              <a:t>Footer</a:t>
            </a:r>
          </a:p>
        </p:txBody>
      </p:sp>
      <p:sp>
        <p:nvSpPr>
          <p:cNvPr id="1048792" name="PlaceHolder 6"/>
          <p:cNvSpPr>
            <a:spLocks noGrp="1"/>
          </p:cNvSpPr>
          <p:nvPr>
            <p:ph type="sldNum" idx="11"/>
          </p:nvPr>
        </p:nvSpPr>
        <p:spPr/>
        <p:txBody>
          <a:bodyPr/>
          <a:lstStyle/>
          <a:p>
            <a:fld id="{C779D49E-44CB-4CAB-9551-0FBD2BCE04D1}" type="slidenum">
              <a:t>‹#›</a:t>
            </a:fld>
            <a:endParaRPr/>
          </a:p>
        </p:txBody>
      </p:sp>
      <p:sp>
        <p:nvSpPr>
          <p:cNvPr id="1048793" name="PlaceHolder 7"/>
          <p:cNvSpPr>
            <a:spLocks noGrp="1"/>
          </p:cNvSpPr>
          <p:nvPr>
            <p:ph type="dt" idx="12"/>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88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2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27" name="PlaceHolder 5"/>
          <p:cNvSpPr>
            <a:spLocks noGrp="1"/>
          </p:cNvSpPr>
          <p:nvPr>
            <p:ph type="ftr" idx="10"/>
          </p:nvPr>
        </p:nvSpPr>
        <p:spPr/>
        <p:txBody>
          <a:bodyPr/>
          <a:lstStyle/>
          <a:p>
            <a:r>
              <a:t>Footer</a:t>
            </a:r>
          </a:p>
        </p:txBody>
      </p:sp>
      <p:sp>
        <p:nvSpPr>
          <p:cNvPr id="1048828" name="PlaceHolder 6"/>
          <p:cNvSpPr>
            <a:spLocks noGrp="1"/>
          </p:cNvSpPr>
          <p:nvPr>
            <p:ph type="sldNum" idx="11"/>
          </p:nvPr>
        </p:nvSpPr>
        <p:spPr/>
        <p:txBody>
          <a:bodyPr/>
          <a:lstStyle/>
          <a:p>
            <a:fld id="{C8586861-9748-490F-A025-16493A2BADFC}" type="slidenum">
              <a:t>‹#›</a:t>
            </a:fld>
            <a:endParaRPr/>
          </a:p>
        </p:txBody>
      </p:sp>
      <p:sp>
        <p:nvSpPr>
          <p:cNvPr id="1048829" name="PlaceHolder 7"/>
          <p:cNvSpPr>
            <a:spLocks noGrp="1"/>
          </p:cNvSpPr>
          <p:nvPr>
            <p:ph type="dt" idx="12"/>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881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1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1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20" name="PlaceHolder 4"/>
          <p:cNvSpPr>
            <a:spLocks noGrp="1"/>
          </p:cNvSpPr>
          <p:nvPr>
            <p:ph type="ftr" idx="10"/>
          </p:nvPr>
        </p:nvSpPr>
        <p:spPr/>
        <p:txBody>
          <a:bodyPr/>
          <a:lstStyle/>
          <a:p>
            <a:r>
              <a:t>Footer</a:t>
            </a:r>
          </a:p>
        </p:txBody>
      </p:sp>
      <p:sp>
        <p:nvSpPr>
          <p:cNvPr id="1048821" name="PlaceHolder 5"/>
          <p:cNvSpPr>
            <a:spLocks noGrp="1"/>
          </p:cNvSpPr>
          <p:nvPr>
            <p:ph type="sldNum" idx="11"/>
          </p:nvPr>
        </p:nvSpPr>
        <p:spPr/>
        <p:txBody>
          <a:bodyPr/>
          <a:lstStyle/>
          <a:p>
            <a:fld id="{55C7985F-F7B4-4285-99A2-23BE73476CAE}" type="slidenum">
              <a:t>‹#›</a:t>
            </a:fld>
            <a:endParaRPr/>
          </a:p>
        </p:txBody>
      </p:sp>
      <p:sp>
        <p:nvSpPr>
          <p:cNvPr id="1048822" name="PlaceHolder 6"/>
          <p:cNvSpPr>
            <a:spLocks noGrp="1"/>
          </p:cNvSpPr>
          <p:nvPr>
            <p:ph type="dt" idx="12"/>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4879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79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9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9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9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799" name="PlaceHolder 6"/>
          <p:cNvSpPr>
            <a:spLocks noGrp="1"/>
          </p:cNvSpPr>
          <p:nvPr>
            <p:ph type="ftr" idx="10"/>
          </p:nvPr>
        </p:nvSpPr>
        <p:spPr/>
        <p:txBody>
          <a:bodyPr/>
          <a:lstStyle/>
          <a:p>
            <a:r>
              <a:t>Footer</a:t>
            </a:r>
          </a:p>
        </p:txBody>
      </p:sp>
      <p:sp>
        <p:nvSpPr>
          <p:cNvPr id="1048800" name="PlaceHolder 7"/>
          <p:cNvSpPr>
            <a:spLocks noGrp="1"/>
          </p:cNvSpPr>
          <p:nvPr>
            <p:ph type="sldNum" idx="11"/>
          </p:nvPr>
        </p:nvSpPr>
        <p:spPr/>
        <p:txBody>
          <a:bodyPr/>
          <a:lstStyle/>
          <a:p>
            <a:fld id="{F0FFE228-0619-4186-B402-5BE02663F653}" type="slidenum">
              <a:t>‹#›</a:t>
            </a:fld>
            <a:endParaRPr/>
          </a:p>
        </p:txBody>
      </p:sp>
      <p:sp>
        <p:nvSpPr>
          <p:cNvPr id="1048801" name="PlaceHolder 8"/>
          <p:cNvSpPr>
            <a:spLocks noGrp="1"/>
          </p:cNvSpPr>
          <p:nvPr>
            <p:ph type="dt" idx="12"/>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4880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48803"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04"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05"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06"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07"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08"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48809" name="PlaceHolder 8"/>
          <p:cNvSpPr>
            <a:spLocks noGrp="1"/>
          </p:cNvSpPr>
          <p:nvPr>
            <p:ph type="ftr" idx="10"/>
          </p:nvPr>
        </p:nvSpPr>
        <p:spPr/>
        <p:txBody>
          <a:bodyPr/>
          <a:lstStyle/>
          <a:p>
            <a:r>
              <a:t>Footer</a:t>
            </a:r>
          </a:p>
        </p:txBody>
      </p:sp>
      <p:sp>
        <p:nvSpPr>
          <p:cNvPr id="1048810" name="PlaceHolder 9"/>
          <p:cNvSpPr>
            <a:spLocks noGrp="1"/>
          </p:cNvSpPr>
          <p:nvPr>
            <p:ph type="sldNum" idx="11"/>
          </p:nvPr>
        </p:nvSpPr>
        <p:spPr/>
        <p:txBody>
          <a:bodyPr/>
          <a:lstStyle/>
          <a:p>
            <a:fld id="{33DF4344-E3F1-4FC4-8B7C-EFDC5A896C2D}" type="slidenum">
              <a:t>‹#›</a:t>
            </a:fld>
            <a:endParaRPr/>
          </a:p>
        </p:txBody>
      </p:sp>
      <p:sp>
        <p:nvSpPr>
          <p:cNvPr id="1048811" name="PlaceHolder 10"/>
          <p:cNvSpPr>
            <a:spLocks noGrp="1"/>
          </p:cNvSpPr>
          <p:nvPr>
            <p:ph type="dt"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76" name="Rectangle 8"/>
          <p:cNvSpPr/>
          <p:nvPr/>
        </p:nvSpPr>
        <p:spPr>
          <a:xfrm>
            <a:off x="0" y="6277680"/>
            <a:ext cx="12188520" cy="576720"/>
          </a:xfrm>
          <a:prstGeom prst="rect">
            <a:avLst/>
          </a:prstGeom>
          <a:solidFill>
            <a:schemeClr val="accent1">
              <a:lumMod val="50000"/>
            </a:schemeClr>
          </a:solidFill>
          <a:ln>
            <a:solidFill>
              <a:srgbClr val="203864"/>
            </a:solidFill>
          </a:ln>
        </p:spPr>
        <p:style>
          <a:lnRef idx="2">
            <a:schemeClr val="dk1"/>
          </a:lnRef>
          <a:fillRef idx="1">
            <a:schemeClr val="lt1"/>
          </a:fillRef>
          <a:effectRef idx="0">
            <a:schemeClr val="dk1"/>
          </a:effectRef>
          <a:fontRef idx="minor">
            <a:srgbClr val="000000"/>
          </a:fontRef>
        </p:style>
      </p:sp>
      <p:sp>
        <p:nvSpPr>
          <p:cNvPr id="1048577" name="Rectangle 9"/>
          <p:cNvSpPr/>
          <p:nvPr/>
        </p:nvSpPr>
        <p:spPr>
          <a:xfrm>
            <a:off x="0" y="1098360"/>
            <a:ext cx="12188520" cy="123480"/>
          </a:xfrm>
          <a:prstGeom prst="rect">
            <a:avLst/>
          </a:prstGeom>
          <a:solidFill>
            <a:schemeClr val="accent1">
              <a:lumMod val="50000"/>
            </a:schemeClr>
          </a:solidFill>
          <a:ln>
            <a:solidFill>
              <a:srgbClr val="203864"/>
            </a:solidFill>
          </a:ln>
        </p:spPr>
        <p:style>
          <a:lnRef idx="2">
            <a:schemeClr val="dk1"/>
          </a:lnRef>
          <a:fillRef idx="1">
            <a:schemeClr val="lt1"/>
          </a:fillRef>
          <a:effectRef idx="0">
            <a:schemeClr val="dk1"/>
          </a:effectRef>
          <a:fontRef idx="minor">
            <a:srgbClr val="000000"/>
          </a:fontRef>
        </p:style>
      </p:sp>
      <p:pic>
        <p:nvPicPr>
          <p:cNvPr id="2097152" name="Picture 10"/>
          <p:cNvPicPr>
            <a:picLocks/>
          </p:cNvPicPr>
          <p:nvPr/>
        </p:nvPicPr>
        <p:blipFill>
          <a:blip r:embed="rId14"/>
          <a:stretch>
            <a:fillRect/>
          </a:stretch>
        </p:blipFill>
        <p:spPr>
          <a:xfrm>
            <a:off x="95760" y="12240"/>
            <a:ext cx="3435840" cy="1082520"/>
          </a:xfrm>
          <a:prstGeom prst="rect">
            <a:avLst/>
          </a:prstGeom>
          <a:ln w="0">
            <a:noFill/>
          </a:ln>
        </p:spPr>
      </p:pic>
      <p:sp>
        <p:nvSpPr>
          <p:cNvPr id="1048578" name="PlaceHolder 1"/>
          <p:cNvSpPr>
            <a:spLocks noGrp="1"/>
          </p:cNvSpPr>
          <p:nvPr>
            <p:ph type="ftr" idx="1"/>
          </p:nvPr>
        </p:nvSpPr>
        <p:spPr>
          <a:xfrm>
            <a:off x="4038480" y="635652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pPr algn="ctr">
              <a:lnSpc>
                <a:spcPct val="100000"/>
              </a:lnSpc>
              <a:buNone/>
            </a:pPr>
            <a:r>
              <a:rPr lang="en-GB" sz="1400" b="0" strike="noStrike" spc="-1">
                <a:solidFill>
                  <a:srgbClr val="FFFFFF"/>
                </a:solidFill>
                <a:latin typeface="Times New Roman"/>
              </a:rPr>
              <a:t>&lt;footer&gt;</a:t>
            </a:r>
            <a:endParaRPr lang="en-US" sz="1400" b="0" strike="noStrike" spc="-1">
              <a:latin typeface="Times New Roman"/>
            </a:endParaRPr>
          </a:p>
        </p:txBody>
      </p:sp>
      <p:sp>
        <p:nvSpPr>
          <p:cNvPr id="1048579" name="PlaceHolder 2"/>
          <p:cNvSpPr>
            <a:spLocks noGrp="1"/>
          </p:cNvSpPr>
          <p:nvPr>
            <p:ph type="sldNum" idx="2"/>
          </p:nvPr>
        </p:nvSpPr>
        <p:spPr>
          <a:xfrm>
            <a:off x="9155880" y="6385320"/>
            <a:ext cx="2739600" cy="361440"/>
          </a:xfrm>
          <a:prstGeom prst="rect">
            <a:avLst/>
          </a:prstGeom>
          <a:noFill/>
          <a:ln w="0">
            <a:noFill/>
          </a:ln>
        </p:spPr>
        <p:txBody>
          <a:bodyPr lIns="90000" tIns="45000" rIns="90000" bIns="45000" anchor="ctr">
            <a:noAutofit/>
          </a:bodyPr>
          <a:lstStyle>
            <a:lvl1pPr algn="r">
              <a:lnSpc>
                <a:spcPct val="100000"/>
              </a:lnSpc>
              <a:buNone/>
              <a:defRPr lang="en-GB" sz="1400" b="0" strike="noStrike" spc="-1">
                <a:solidFill>
                  <a:srgbClr val="FFFFFF"/>
                </a:solidFill>
                <a:latin typeface="Calibri"/>
              </a:defRPr>
            </a:lvl1pPr>
          </a:lstStyle>
          <a:p>
            <a:pPr algn="r">
              <a:lnSpc>
                <a:spcPct val="100000"/>
              </a:lnSpc>
              <a:buNone/>
            </a:pPr>
            <a:fld id="{233584AA-E226-445C-8FEE-AC2088233E69}" type="slidenum">
              <a:rPr lang="en-GB" sz="1400" b="0" strike="noStrike" spc="-1">
                <a:solidFill>
                  <a:srgbClr val="FFFFFF"/>
                </a:solidFill>
                <a:latin typeface="Calibri"/>
              </a:rPr>
              <a:t>‹#›</a:t>
            </a:fld>
            <a:endParaRPr lang="en-US" sz="1400" b="0" strike="noStrike" spc="-1">
              <a:latin typeface="Times New Roman"/>
            </a:endParaRPr>
          </a:p>
        </p:txBody>
      </p:sp>
      <p:sp>
        <p:nvSpPr>
          <p:cNvPr id="1048580" name="PlaceHolder 3"/>
          <p:cNvSpPr>
            <a:spLocks noGrp="1"/>
          </p:cNvSpPr>
          <p:nvPr>
            <p:ph type="dt" idx="3"/>
          </p:nvPr>
        </p:nvSpPr>
        <p:spPr>
          <a:xfrm>
            <a:off x="250560" y="6391080"/>
            <a:ext cx="2739600" cy="36144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1048581"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048582"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92" name="Rectangle 8"/>
          <p:cNvSpPr/>
          <p:nvPr/>
        </p:nvSpPr>
        <p:spPr>
          <a:xfrm>
            <a:off x="0" y="6277680"/>
            <a:ext cx="12188520" cy="576720"/>
          </a:xfrm>
          <a:prstGeom prst="rect">
            <a:avLst/>
          </a:prstGeom>
          <a:solidFill>
            <a:schemeClr val="accent1">
              <a:lumMod val="50000"/>
            </a:schemeClr>
          </a:solidFill>
          <a:ln>
            <a:solidFill>
              <a:srgbClr val="203864"/>
            </a:solidFill>
          </a:ln>
        </p:spPr>
        <p:style>
          <a:lnRef idx="2">
            <a:schemeClr val="dk1"/>
          </a:lnRef>
          <a:fillRef idx="1">
            <a:schemeClr val="lt1"/>
          </a:fillRef>
          <a:effectRef idx="0">
            <a:schemeClr val="dk1"/>
          </a:effectRef>
          <a:fontRef idx="minor">
            <a:srgbClr val="000000"/>
          </a:fontRef>
        </p:style>
      </p:sp>
      <p:sp>
        <p:nvSpPr>
          <p:cNvPr id="1048593" name="Rectangle 9"/>
          <p:cNvSpPr/>
          <p:nvPr/>
        </p:nvSpPr>
        <p:spPr>
          <a:xfrm>
            <a:off x="0" y="1098360"/>
            <a:ext cx="12188520" cy="123480"/>
          </a:xfrm>
          <a:prstGeom prst="rect">
            <a:avLst/>
          </a:prstGeom>
          <a:solidFill>
            <a:schemeClr val="accent1">
              <a:lumMod val="50000"/>
            </a:schemeClr>
          </a:solidFill>
          <a:ln>
            <a:solidFill>
              <a:srgbClr val="203864"/>
            </a:solidFill>
          </a:ln>
        </p:spPr>
        <p:style>
          <a:lnRef idx="2">
            <a:schemeClr val="dk1"/>
          </a:lnRef>
          <a:fillRef idx="1">
            <a:schemeClr val="lt1"/>
          </a:fillRef>
          <a:effectRef idx="0">
            <a:schemeClr val="dk1"/>
          </a:effectRef>
          <a:fontRef idx="minor">
            <a:srgbClr val="000000"/>
          </a:fontRef>
        </p:style>
      </p:sp>
      <p:pic>
        <p:nvPicPr>
          <p:cNvPr id="2097154" name="Picture 10"/>
          <p:cNvPicPr>
            <a:picLocks/>
          </p:cNvPicPr>
          <p:nvPr/>
        </p:nvPicPr>
        <p:blipFill>
          <a:blip r:embed="rId14"/>
          <a:stretch>
            <a:fillRect/>
          </a:stretch>
        </p:blipFill>
        <p:spPr>
          <a:xfrm>
            <a:off x="95760" y="12240"/>
            <a:ext cx="3435840" cy="1082520"/>
          </a:xfrm>
          <a:prstGeom prst="rect">
            <a:avLst/>
          </a:prstGeom>
          <a:ln w="0">
            <a:noFill/>
          </a:ln>
        </p:spPr>
      </p:pic>
      <p:sp>
        <p:nvSpPr>
          <p:cNvPr id="1048594"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r>
              <a:rPr lang="en-US" sz="1800" b="0" strike="noStrike" spc="-1">
                <a:latin typeface="Arial"/>
              </a:rPr>
              <a:t>Click to edit the title text format</a:t>
            </a:r>
          </a:p>
        </p:txBody>
      </p:sp>
      <p:sp>
        <p:nvSpPr>
          <p:cNvPr id="1048595" name="PlaceHolder 2"/>
          <p:cNvSpPr>
            <a:spLocks noGrp="1"/>
          </p:cNvSpPr>
          <p:nvPr>
            <p:ph type="body"/>
          </p:nvPr>
        </p:nvSpPr>
        <p:spPr>
          <a:xfrm>
            <a:off x="609480" y="1604520"/>
            <a:ext cx="535392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
        <p:nvSpPr>
          <p:cNvPr id="1048596" name="PlaceHolder 3"/>
          <p:cNvSpPr>
            <a:spLocks noGrp="1"/>
          </p:cNvSpPr>
          <p:nvPr>
            <p:ph type="body"/>
          </p:nvPr>
        </p:nvSpPr>
        <p:spPr>
          <a:xfrm>
            <a:off x="6231960" y="1604520"/>
            <a:ext cx="535392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
        <p:nvSpPr>
          <p:cNvPr id="1048597" name="PlaceHolder 4"/>
          <p:cNvSpPr>
            <a:spLocks noGrp="1"/>
          </p:cNvSpPr>
          <p:nvPr>
            <p:ph type="ftr" idx="4"/>
          </p:nvPr>
        </p:nvSpPr>
        <p:spPr>
          <a:xfrm>
            <a:off x="4038480" y="635652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pPr algn="ctr">
              <a:lnSpc>
                <a:spcPct val="100000"/>
              </a:lnSpc>
              <a:buNone/>
            </a:pPr>
            <a:r>
              <a:rPr lang="en-GB" sz="1400" b="0" strike="noStrike" spc="-1">
                <a:solidFill>
                  <a:srgbClr val="FFFFFF"/>
                </a:solidFill>
                <a:latin typeface="Times New Roman"/>
              </a:rPr>
              <a:t>&lt;footer&gt;</a:t>
            </a:r>
            <a:endParaRPr lang="en-US" sz="1400" b="0" strike="noStrike" spc="-1">
              <a:latin typeface="Times New Roman"/>
            </a:endParaRPr>
          </a:p>
        </p:txBody>
      </p:sp>
      <p:sp>
        <p:nvSpPr>
          <p:cNvPr id="1048598" name="PlaceHolder 5"/>
          <p:cNvSpPr>
            <a:spLocks noGrp="1"/>
          </p:cNvSpPr>
          <p:nvPr>
            <p:ph type="sldNum" idx="5"/>
          </p:nvPr>
        </p:nvSpPr>
        <p:spPr>
          <a:xfrm>
            <a:off x="9129240" y="6385320"/>
            <a:ext cx="2739600" cy="361440"/>
          </a:xfrm>
          <a:prstGeom prst="rect">
            <a:avLst/>
          </a:prstGeom>
          <a:noFill/>
          <a:ln w="0">
            <a:noFill/>
          </a:ln>
        </p:spPr>
        <p:txBody>
          <a:bodyPr lIns="90000" tIns="45000" rIns="90000" bIns="45000" anchor="ctr">
            <a:noAutofit/>
          </a:bodyPr>
          <a:lstStyle>
            <a:lvl1pPr algn="r">
              <a:lnSpc>
                <a:spcPct val="100000"/>
              </a:lnSpc>
              <a:buNone/>
              <a:defRPr lang="en-GB" sz="1400" b="0" strike="noStrike" spc="-1">
                <a:solidFill>
                  <a:srgbClr val="FFFFFF"/>
                </a:solidFill>
                <a:latin typeface="Calibri"/>
              </a:defRPr>
            </a:lvl1pPr>
          </a:lstStyle>
          <a:p>
            <a:pPr algn="r">
              <a:lnSpc>
                <a:spcPct val="100000"/>
              </a:lnSpc>
              <a:buNone/>
            </a:pPr>
            <a:fld id="{6FCE247D-6847-4D34-B833-EC2A0A8CDC5E}" type="slidenum">
              <a:rPr lang="en-GB" sz="1400" b="0" strike="noStrike" spc="-1">
                <a:solidFill>
                  <a:srgbClr val="FFFFFF"/>
                </a:solidFill>
                <a:latin typeface="Calibri"/>
              </a:rPr>
              <a:t>‹#›</a:t>
            </a:fld>
            <a:endParaRPr lang="en-US" sz="1400" b="0" strike="noStrike" spc="-1">
              <a:latin typeface="Times New Roman"/>
            </a:endParaRPr>
          </a:p>
        </p:txBody>
      </p:sp>
      <p:sp>
        <p:nvSpPr>
          <p:cNvPr id="1048599" name="PlaceHolder 6"/>
          <p:cNvSpPr>
            <a:spLocks noGrp="1"/>
          </p:cNvSpPr>
          <p:nvPr>
            <p:ph type="dt" idx="6"/>
          </p:nvPr>
        </p:nvSpPr>
        <p:spPr>
          <a:xfrm>
            <a:off x="250560" y="6391080"/>
            <a:ext cx="2739600" cy="36144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36" name="Rectangle 8"/>
          <p:cNvSpPr/>
          <p:nvPr/>
        </p:nvSpPr>
        <p:spPr>
          <a:xfrm>
            <a:off x="0" y="6277680"/>
            <a:ext cx="12188520" cy="576720"/>
          </a:xfrm>
          <a:prstGeom prst="rect">
            <a:avLst/>
          </a:prstGeom>
          <a:solidFill>
            <a:schemeClr val="accent1">
              <a:lumMod val="50000"/>
            </a:schemeClr>
          </a:solidFill>
          <a:ln>
            <a:solidFill>
              <a:srgbClr val="203864"/>
            </a:solidFill>
          </a:ln>
        </p:spPr>
        <p:style>
          <a:lnRef idx="2">
            <a:schemeClr val="dk1"/>
          </a:lnRef>
          <a:fillRef idx="1">
            <a:schemeClr val="lt1"/>
          </a:fillRef>
          <a:effectRef idx="0">
            <a:schemeClr val="dk1"/>
          </a:effectRef>
          <a:fontRef idx="minor">
            <a:srgbClr val="000000"/>
          </a:fontRef>
        </p:style>
      </p:sp>
      <p:sp>
        <p:nvSpPr>
          <p:cNvPr id="1048637" name="Rectangle 9"/>
          <p:cNvSpPr/>
          <p:nvPr/>
        </p:nvSpPr>
        <p:spPr>
          <a:xfrm>
            <a:off x="0" y="1098360"/>
            <a:ext cx="12188520" cy="123480"/>
          </a:xfrm>
          <a:prstGeom prst="rect">
            <a:avLst/>
          </a:prstGeom>
          <a:solidFill>
            <a:schemeClr val="accent1">
              <a:lumMod val="50000"/>
            </a:schemeClr>
          </a:solidFill>
          <a:ln>
            <a:solidFill>
              <a:srgbClr val="203864"/>
            </a:solidFill>
          </a:ln>
        </p:spPr>
        <p:style>
          <a:lnRef idx="2">
            <a:schemeClr val="dk1"/>
          </a:lnRef>
          <a:fillRef idx="1">
            <a:schemeClr val="lt1"/>
          </a:fillRef>
          <a:effectRef idx="0">
            <a:schemeClr val="dk1"/>
          </a:effectRef>
          <a:fontRef idx="minor">
            <a:srgbClr val="000000"/>
          </a:fontRef>
        </p:style>
      </p:sp>
      <p:pic>
        <p:nvPicPr>
          <p:cNvPr id="2097161" name="Picture 10"/>
          <p:cNvPicPr>
            <a:picLocks/>
          </p:cNvPicPr>
          <p:nvPr/>
        </p:nvPicPr>
        <p:blipFill>
          <a:blip r:embed="rId14"/>
          <a:stretch>
            <a:fillRect/>
          </a:stretch>
        </p:blipFill>
        <p:spPr>
          <a:xfrm>
            <a:off x="95760" y="12240"/>
            <a:ext cx="3435840" cy="1082520"/>
          </a:xfrm>
          <a:prstGeom prst="rect">
            <a:avLst/>
          </a:prstGeom>
          <a:ln w="0">
            <a:noFill/>
          </a:ln>
        </p:spPr>
      </p:pic>
      <p:sp>
        <p:nvSpPr>
          <p:cNvPr id="1048638" name="PlaceHolder 1"/>
          <p:cNvSpPr>
            <a:spLocks noGrp="1"/>
          </p:cNvSpPr>
          <p:nvPr>
            <p:ph type="ftr" idx="10"/>
          </p:nvPr>
        </p:nvSpPr>
        <p:spPr>
          <a:xfrm>
            <a:off x="4038480" y="635652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pPr algn="ctr">
              <a:lnSpc>
                <a:spcPct val="100000"/>
              </a:lnSpc>
              <a:buNone/>
            </a:pPr>
            <a:r>
              <a:rPr lang="en-GB" sz="1400" b="0" strike="noStrike" spc="-1">
                <a:solidFill>
                  <a:srgbClr val="FFFFFF"/>
                </a:solidFill>
                <a:latin typeface="Times New Roman"/>
              </a:rPr>
              <a:t>&lt;footer&gt;</a:t>
            </a:r>
            <a:endParaRPr lang="en-US" sz="1400" b="0" strike="noStrike" spc="-1">
              <a:latin typeface="Times New Roman"/>
            </a:endParaRPr>
          </a:p>
        </p:txBody>
      </p:sp>
      <p:sp>
        <p:nvSpPr>
          <p:cNvPr id="1048639" name="PlaceHolder 2"/>
          <p:cNvSpPr>
            <a:spLocks noGrp="1"/>
          </p:cNvSpPr>
          <p:nvPr>
            <p:ph type="sldNum" idx="11"/>
          </p:nvPr>
        </p:nvSpPr>
        <p:spPr>
          <a:xfrm>
            <a:off x="9129240" y="6385320"/>
            <a:ext cx="2739600" cy="361440"/>
          </a:xfrm>
          <a:prstGeom prst="rect">
            <a:avLst/>
          </a:prstGeom>
          <a:noFill/>
          <a:ln w="0">
            <a:noFill/>
          </a:ln>
        </p:spPr>
        <p:txBody>
          <a:bodyPr lIns="90000" tIns="45000" rIns="90000" bIns="45000" anchor="ctr">
            <a:noAutofit/>
          </a:bodyPr>
          <a:lstStyle>
            <a:lvl1pPr algn="r">
              <a:lnSpc>
                <a:spcPct val="100000"/>
              </a:lnSpc>
              <a:buNone/>
              <a:defRPr lang="en-GB" sz="1400" b="0" strike="noStrike" spc="-1">
                <a:solidFill>
                  <a:srgbClr val="FFFFFF"/>
                </a:solidFill>
                <a:latin typeface="Calibri"/>
              </a:defRPr>
            </a:lvl1pPr>
          </a:lstStyle>
          <a:p>
            <a:pPr algn="r">
              <a:lnSpc>
                <a:spcPct val="100000"/>
              </a:lnSpc>
              <a:buNone/>
            </a:pPr>
            <a:fld id="{5904377E-6D89-4044-BD8A-A0C0FAED126B}" type="slidenum">
              <a:rPr lang="en-GB" sz="1400" b="0" strike="noStrike" spc="-1">
                <a:solidFill>
                  <a:srgbClr val="FFFFFF"/>
                </a:solidFill>
                <a:latin typeface="Calibri"/>
              </a:rPr>
              <a:t>‹#›</a:t>
            </a:fld>
            <a:endParaRPr lang="en-US" sz="1400" b="0" strike="noStrike" spc="-1">
              <a:latin typeface="Times New Roman"/>
            </a:endParaRPr>
          </a:p>
        </p:txBody>
      </p:sp>
      <p:sp>
        <p:nvSpPr>
          <p:cNvPr id="1048640" name="PlaceHolder 3"/>
          <p:cNvSpPr>
            <a:spLocks noGrp="1"/>
          </p:cNvSpPr>
          <p:nvPr>
            <p:ph type="dt" idx="12"/>
          </p:nvPr>
        </p:nvSpPr>
        <p:spPr>
          <a:xfrm>
            <a:off x="250560" y="6391080"/>
            <a:ext cx="2739600" cy="36144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1048641"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048642"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86" name="PlaceHolder 1"/>
          <p:cNvSpPr>
            <a:spLocks noGrp="1"/>
          </p:cNvSpPr>
          <p:nvPr>
            <p:ph type="title"/>
          </p:nvPr>
        </p:nvSpPr>
        <p:spPr>
          <a:xfrm>
            <a:off x="1053360" y="1914488"/>
            <a:ext cx="10081440" cy="1064512"/>
          </a:xfrm>
          <a:prstGeom prst="rect">
            <a:avLst/>
          </a:prstGeom>
          <a:noFill/>
          <a:ln w="0">
            <a:noFill/>
          </a:ln>
        </p:spPr>
        <p:txBody>
          <a:bodyPr lIns="0" tIns="0" rIns="0" bIns="0" anchor="b">
            <a:noAutofit/>
          </a:bodyPr>
          <a:lstStyle/>
          <a:p>
            <a:pPr algn="ctr"/>
            <a:r>
              <a:rPr lang="en-IN" sz="2400" b="1" dirty="0" err="1"/>
              <a:t>SceneSeek</a:t>
            </a:r>
            <a:r>
              <a:rPr lang="en-IN" sz="2400" b="1" dirty="0"/>
              <a:t>: </a:t>
            </a:r>
            <a:br>
              <a:rPr lang="en-IN" sz="2400" b="1" dirty="0"/>
            </a:br>
            <a:r>
              <a:rPr lang="en-IN" sz="2400" b="1" dirty="0"/>
              <a:t>A Semantic Video Dialogue Search Engine</a:t>
            </a:r>
            <a:endParaRPr lang="en-US" sz="2400" b="1" strike="noStrike" spc="-1" dirty="0">
              <a:latin typeface="Arial"/>
            </a:endParaRPr>
          </a:p>
        </p:txBody>
      </p:sp>
      <p:sp>
        <p:nvSpPr>
          <p:cNvPr id="1048587" name="PlaceHolder 2"/>
          <p:cNvSpPr>
            <a:spLocks noGrp="1"/>
          </p:cNvSpPr>
          <p:nvPr>
            <p:ph type="subTitle"/>
          </p:nvPr>
        </p:nvSpPr>
        <p:spPr>
          <a:xfrm>
            <a:off x="7652470" y="4084358"/>
            <a:ext cx="4887000" cy="2383920"/>
          </a:xfrm>
          <a:prstGeom prst="rect">
            <a:avLst/>
          </a:prstGeom>
          <a:noFill/>
          <a:ln w="0">
            <a:noFill/>
          </a:ln>
        </p:spPr>
        <p:txBody>
          <a:bodyPr lIns="0" tIns="0" rIns="0" bIns="0" anchor="t">
            <a:normAutofit/>
          </a:bodyPr>
          <a:lstStyle/>
          <a:p>
            <a:pPr algn="ctr">
              <a:lnSpc>
                <a:spcPct val="90000"/>
              </a:lnSpc>
              <a:spcBef>
                <a:spcPts val="1001"/>
              </a:spcBef>
              <a:buNone/>
              <a:tabLst>
                <a:tab pos="0" algn="l"/>
              </a:tabLst>
            </a:pPr>
            <a:endParaRPr lang="en-US" sz="2400" b="0" strike="noStrike" spc="-1" dirty="0">
              <a:latin typeface="Arial"/>
            </a:endParaRPr>
          </a:p>
          <a:p>
            <a:pPr>
              <a:lnSpc>
                <a:spcPct val="90000"/>
              </a:lnSpc>
              <a:spcBef>
                <a:spcPts val="1001"/>
              </a:spcBef>
              <a:buNone/>
              <a:tabLst>
                <a:tab pos="0" algn="l"/>
              </a:tabLst>
            </a:pPr>
            <a:r>
              <a:rPr lang="en-GB" sz="2000" b="1" spc="-1" dirty="0">
                <a:solidFill>
                  <a:srgbClr val="000000"/>
                </a:solidFill>
                <a:latin typeface="Calibri"/>
              </a:rPr>
              <a:t>Submitted by</a:t>
            </a:r>
            <a:r>
              <a:rPr lang="en-GB" sz="2000" b="1" strike="noStrike" spc="-1" dirty="0">
                <a:solidFill>
                  <a:srgbClr val="000000"/>
                </a:solidFill>
                <a:latin typeface="Calibri"/>
              </a:rPr>
              <a:t>:</a:t>
            </a:r>
            <a:endParaRPr lang="en-US" sz="2000" b="0" strike="noStrike" spc="-1" dirty="0">
              <a:latin typeface="Arial"/>
            </a:endParaRPr>
          </a:p>
          <a:p>
            <a:pPr>
              <a:lnSpc>
                <a:spcPct val="90000"/>
              </a:lnSpc>
              <a:spcBef>
                <a:spcPts val="1001"/>
              </a:spcBef>
              <a:buNone/>
              <a:tabLst>
                <a:tab pos="0" algn="l"/>
              </a:tabLst>
            </a:pPr>
            <a:r>
              <a:rPr lang="en-GB" sz="2000" spc="-1" dirty="0">
                <a:solidFill>
                  <a:srgbClr val="000000"/>
                </a:solidFill>
                <a:latin typeface="Calibri"/>
              </a:rPr>
              <a:t>Subasri B</a:t>
            </a:r>
            <a:endParaRPr lang="en-GB" sz="2000" b="0" strike="noStrike" spc="-1" dirty="0">
              <a:solidFill>
                <a:srgbClr val="000000"/>
              </a:solidFill>
              <a:latin typeface="Calibri"/>
            </a:endParaRPr>
          </a:p>
          <a:p>
            <a:pPr>
              <a:lnSpc>
                <a:spcPct val="90000"/>
              </a:lnSpc>
              <a:spcBef>
                <a:spcPts val="1001"/>
              </a:spcBef>
              <a:buNone/>
              <a:tabLst>
                <a:tab pos="0" algn="l"/>
              </a:tabLst>
            </a:pPr>
            <a:r>
              <a:rPr lang="en-GB" sz="2000" b="0" strike="noStrike" spc="-1" dirty="0">
                <a:solidFill>
                  <a:srgbClr val="000000"/>
                </a:solidFill>
                <a:latin typeface="Calibri"/>
              </a:rPr>
              <a:t>B.Tech</a:t>
            </a:r>
            <a:r>
              <a:rPr lang="en-GB" sz="2000" spc="-1" dirty="0">
                <a:solidFill>
                  <a:srgbClr val="000000"/>
                </a:solidFill>
                <a:latin typeface="Calibri"/>
              </a:rPr>
              <a:t>. Electronics and Communication</a:t>
            </a:r>
            <a:endParaRPr lang="en-US" sz="2000" b="0" strike="noStrike" spc="-1" dirty="0">
              <a:latin typeface="Arial"/>
            </a:endParaRPr>
          </a:p>
          <a:p>
            <a:pPr>
              <a:lnSpc>
                <a:spcPct val="90000"/>
              </a:lnSpc>
              <a:spcBef>
                <a:spcPts val="1001"/>
              </a:spcBef>
              <a:buNone/>
              <a:tabLst>
                <a:tab pos="0" algn="l"/>
              </a:tabLst>
            </a:pPr>
            <a:r>
              <a:rPr lang="en-GB" sz="2000" b="0" strike="noStrike" spc="-1" dirty="0">
                <a:solidFill>
                  <a:srgbClr val="000000"/>
                </a:solidFill>
                <a:latin typeface="Calibri"/>
              </a:rPr>
              <a:t>SASTRA </a:t>
            </a:r>
            <a:r>
              <a:rPr lang="en-GB" sz="2000" spc="-1" dirty="0">
                <a:solidFill>
                  <a:srgbClr val="000000"/>
                </a:solidFill>
                <a:latin typeface="Calibri"/>
              </a:rPr>
              <a:t>University, Thanjavur</a:t>
            </a:r>
            <a:endParaRPr lang="en-US" sz="2000" b="0" strike="noStrike" spc="-1" dirty="0">
              <a:latin typeface="Arial"/>
            </a:endParaRPr>
          </a:p>
        </p:txBody>
      </p:sp>
      <p:sp>
        <p:nvSpPr>
          <p:cNvPr id="1048588" name="PlaceHolder 3"/>
          <p:cNvSpPr>
            <a:spLocks noGrp="1"/>
          </p:cNvSpPr>
          <p:nvPr>
            <p:ph type="dt" idx="19"/>
          </p:nvPr>
        </p:nvSpPr>
        <p:spPr>
          <a:xfrm>
            <a:off x="250560" y="6391080"/>
            <a:ext cx="2739600" cy="361440"/>
          </a:xfrm>
          <a:prstGeom prst="rect">
            <a:avLst/>
          </a:prstGeom>
          <a:noFill/>
          <a:ln w="0">
            <a:noFill/>
          </a:ln>
        </p:spPr>
        <p:txBody>
          <a:bodyPr lIns="90000" tIns="45000" rIns="90000" bIns="45000" anchor="ctr">
            <a:noAutofit/>
          </a:bodyPr>
          <a:lstStyle>
            <a:lvl1pPr>
              <a:lnSpc>
                <a:spcPct val="100000"/>
              </a:lnSpc>
              <a:buNone/>
              <a:defRPr lang="en-GB" sz="1400" b="0" strike="noStrike" spc="-1">
                <a:solidFill>
                  <a:srgbClr val="FFFFFF"/>
                </a:solidFill>
                <a:latin typeface="Calibri"/>
              </a:defRPr>
            </a:lvl1pPr>
          </a:lstStyle>
          <a:p>
            <a:pPr>
              <a:lnSpc>
                <a:spcPct val="100000"/>
              </a:lnSpc>
              <a:buNone/>
            </a:pPr>
            <a:r>
              <a:rPr lang="en-GB" sz="1400" b="0" strike="noStrike" spc="-1" dirty="0">
                <a:solidFill>
                  <a:srgbClr val="FFFFFF"/>
                </a:solidFill>
                <a:latin typeface="Calibri"/>
              </a:rPr>
              <a:t>08-Nov-25</a:t>
            </a:r>
            <a:endParaRPr lang="en-US" sz="1400" b="0" strike="noStrike" spc="-1" dirty="0">
              <a:latin typeface="Times New Roman"/>
            </a:endParaRPr>
          </a:p>
        </p:txBody>
      </p:sp>
      <p:sp>
        <p:nvSpPr>
          <p:cNvPr id="1048589" name="Subtitle 2"/>
          <p:cNvSpPr/>
          <p:nvPr/>
        </p:nvSpPr>
        <p:spPr>
          <a:xfrm>
            <a:off x="7054442" y="4395114"/>
            <a:ext cx="5240593" cy="1762409"/>
          </a:xfrm>
          <a:prstGeom prst="rect">
            <a:avLst/>
          </a:prstGeom>
          <a:noFill/>
          <a:ln w="0">
            <a:noFill/>
          </a:ln>
        </p:spPr>
        <p:style>
          <a:lnRef idx="0">
            <a:scrgbClr r="0" g="0" b="0"/>
          </a:lnRef>
          <a:fillRef idx="0">
            <a:scrgbClr r="0" g="0" b="0"/>
          </a:fillRef>
          <a:effectRef idx="0">
            <a:scrgbClr r="0" g="0" b="0"/>
          </a:effectRef>
          <a:fontRef idx="minor">
            <a:srgbClr val="000000"/>
          </a:fontRef>
        </p:style>
        <p:txBody>
          <a:bodyPr lIns="90000" tIns="45000" rIns="90000" bIns="45000" anchor="t">
            <a:noAutofit/>
          </a:bodyPr>
          <a:lstStyle/>
          <a:p>
            <a:pPr>
              <a:lnSpc>
                <a:spcPct val="90000"/>
              </a:lnSpc>
              <a:spcBef>
                <a:spcPts val="1001"/>
              </a:spcBef>
              <a:buNone/>
              <a:tabLst>
                <a:tab pos="0" algn="l"/>
              </a:tabLst>
            </a:pPr>
            <a:endParaRPr lang="en-US" b="0" strike="noStrike" spc="-1" dirty="0">
              <a:latin typeface="Arial"/>
            </a:endParaRPr>
          </a:p>
        </p:txBody>
      </p:sp>
      <p:sp>
        <p:nvSpPr>
          <p:cNvPr id="1048590" name="PlaceHolder 4"/>
          <p:cNvSpPr>
            <a:spLocks noGrp="1"/>
          </p:cNvSpPr>
          <p:nvPr>
            <p:ph type="ftr" idx="1"/>
          </p:nvPr>
        </p:nvSpPr>
        <p:spPr/>
        <p:txBody>
          <a:bodyPr/>
          <a:lstStyle/>
          <a:p>
            <a:r>
              <a:rPr lang="en-IN" dirty="0"/>
              <a:t> </a:t>
            </a:r>
            <a:endParaRPr dirty="0"/>
          </a:p>
        </p:txBody>
      </p:sp>
      <p:sp>
        <p:nvSpPr>
          <p:cNvPr id="1048591" name="PlaceHolder 5"/>
          <p:cNvSpPr>
            <a:spLocks noGrp="1"/>
          </p:cNvSpPr>
          <p:nvPr>
            <p:ph type="sldNum" idx="2"/>
          </p:nvPr>
        </p:nvSpPr>
        <p:spPr/>
        <p:txBody>
          <a:bodyPr/>
          <a:lstStyle/>
          <a:p>
            <a:fld id="{2F3E87DF-7900-4DDC-A368-C719E6D0E0BF}" type="slidenum">
              <a:rPr/>
              <a:t>1</a:t>
            </a:fld>
            <a:endParaRPr/>
          </a:p>
        </p:txBody>
      </p:sp>
      <p:pic>
        <p:nvPicPr>
          <p:cNvPr id="2097153" name="Picture 2"/>
          <p:cNvPicPr>
            <a:picLocks noChangeAspect="1"/>
          </p:cNvPicPr>
          <p:nvPr/>
        </p:nvPicPr>
        <p:blipFill>
          <a:blip r:embed="rId2"/>
          <a:stretch>
            <a:fillRect/>
          </a:stretch>
        </p:blipFill>
        <p:spPr>
          <a:xfrm>
            <a:off x="0" y="1"/>
            <a:ext cx="4552335" cy="10645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PlaceHolder 1"/>
          <p:cNvSpPr>
            <a:spLocks noGrp="1"/>
          </p:cNvSpPr>
          <p:nvPr>
            <p:ph type="title"/>
          </p:nvPr>
        </p:nvSpPr>
        <p:spPr>
          <a:xfrm>
            <a:off x="3630600" y="-12960"/>
            <a:ext cx="8557560" cy="1107720"/>
          </a:xfrm>
          <a:prstGeom prst="rect">
            <a:avLst/>
          </a:prstGeom>
          <a:noFill/>
          <a:ln w="0">
            <a:noFill/>
          </a:ln>
        </p:spPr>
        <p:txBody>
          <a:bodyPr lIns="0" tIns="0" rIns="0" bIns="0" anchor="ctr">
            <a:normAutofit/>
          </a:bodyPr>
          <a:lstStyle/>
          <a:p>
            <a:pPr algn="ctr">
              <a:lnSpc>
                <a:spcPct val="90000"/>
              </a:lnSpc>
              <a:buNone/>
            </a:pPr>
            <a:r>
              <a:rPr lang="en-US" sz="4000" b="0" strike="noStrike" spc="-1" dirty="0">
                <a:latin typeface="Times New Roman" panose="02020603050405020304" pitchFamily="18" charset="0"/>
                <a:cs typeface="Times New Roman" panose="02020603050405020304" pitchFamily="18" charset="0"/>
              </a:rPr>
              <a:t>Introduction</a:t>
            </a:r>
          </a:p>
        </p:txBody>
      </p:sp>
      <p:sp>
        <p:nvSpPr>
          <p:cNvPr id="1048607" name="PlaceHolder 2"/>
          <p:cNvSpPr>
            <a:spLocks noGrp="1"/>
          </p:cNvSpPr>
          <p:nvPr>
            <p:ph type="dt" idx="20"/>
          </p:nvPr>
        </p:nvSpPr>
        <p:spPr>
          <a:xfrm>
            <a:off x="250560" y="6391080"/>
            <a:ext cx="2739600" cy="361440"/>
          </a:xfrm>
          <a:prstGeom prst="rect">
            <a:avLst/>
          </a:prstGeom>
          <a:noFill/>
          <a:ln w="0">
            <a:noFill/>
          </a:ln>
        </p:spPr>
        <p:txBody>
          <a:bodyPr lIns="90000" tIns="45000" rIns="90000" bIns="45000" anchor="ctr">
            <a:noAutofit/>
          </a:bodyPr>
          <a:lstStyle>
            <a:lvl1pPr>
              <a:lnSpc>
                <a:spcPct val="100000"/>
              </a:lnSpc>
              <a:buNone/>
              <a:defRPr lang="en-GB" sz="1400" b="0" strike="noStrike" spc="-1">
                <a:solidFill>
                  <a:srgbClr val="FFFFFF"/>
                </a:solidFill>
                <a:latin typeface="Calibri"/>
              </a:defRPr>
            </a:lvl1pPr>
          </a:lstStyle>
          <a:p>
            <a:pPr>
              <a:lnSpc>
                <a:spcPct val="100000"/>
              </a:lnSpc>
              <a:buNone/>
            </a:pPr>
            <a:r>
              <a:rPr lang="en-GB" sz="1400" b="0" strike="noStrike" spc="-1" dirty="0">
                <a:solidFill>
                  <a:srgbClr val="FFFFFF"/>
                </a:solidFill>
                <a:latin typeface="Calibri"/>
              </a:rPr>
              <a:t>08-Nov-25</a:t>
            </a:r>
            <a:endParaRPr lang="en-US" sz="1400" b="0" strike="noStrike" spc="-1" dirty="0">
              <a:latin typeface="Times New Roman"/>
            </a:endParaRPr>
          </a:p>
        </p:txBody>
      </p:sp>
      <p:sp>
        <p:nvSpPr>
          <p:cNvPr id="1048608" name="PlaceHolder 3"/>
          <p:cNvSpPr>
            <a:spLocks noGrp="1"/>
          </p:cNvSpPr>
          <p:nvPr>
            <p:ph type="ftr" idx="21"/>
          </p:nvPr>
        </p:nvSpPr>
        <p:spPr>
          <a:xfrm>
            <a:off x="4040400" y="649656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r>
              <a:rPr lang="en-IN" dirty="0"/>
              <a:t> </a:t>
            </a:r>
          </a:p>
          <a:p>
            <a:pPr algn="ctr">
              <a:lnSpc>
                <a:spcPct val="100000"/>
              </a:lnSpc>
              <a:buNone/>
            </a:pPr>
            <a:endParaRPr lang="en-US" sz="1400" b="0" strike="noStrike" spc="-1" dirty="0">
              <a:latin typeface="Times New Roman"/>
            </a:endParaRPr>
          </a:p>
        </p:txBody>
      </p:sp>
      <p:sp>
        <p:nvSpPr>
          <p:cNvPr id="1048609" name="PlaceHolder 4"/>
          <p:cNvSpPr>
            <a:spLocks noGrp="1"/>
          </p:cNvSpPr>
          <p:nvPr>
            <p:ph type="sldNum" idx="5"/>
          </p:nvPr>
        </p:nvSpPr>
        <p:spPr/>
        <p:txBody>
          <a:bodyPr/>
          <a:lstStyle/>
          <a:p>
            <a:fld id="{13222D8A-BA96-4597-847C-2CAFAF3B9F71}" type="slidenum">
              <a:rPr/>
              <a:t>2</a:t>
            </a:fld>
            <a:endParaRPr/>
          </a:p>
        </p:txBody>
      </p:sp>
      <p:sp>
        <p:nvSpPr>
          <p:cNvPr id="1048610" name="TextBox 2"/>
          <p:cNvSpPr txBox="1"/>
          <p:nvPr/>
        </p:nvSpPr>
        <p:spPr>
          <a:xfrm>
            <a:off x="431967" y="2061160"/>
            <a:ext cx="11328066" cy="2453640"/>
          </a:xfrm>
          <a:prstGeom prst="rect">
            <a:avLst/>
          </a:prstGeom>
          <a:noFill/>
        </p:spPr>
        <p:txBody>
          <a:bodyPr wrap="square" rtlCol="0">
            <a:spAutoFit/>
          </a:bodyPr>
          <a:lstStyle/>
          <a:p>
            <a:pPr algn="just"/>
            <a:r>
              <a:rPr lang="en-US" sz="2400" b="1" dirty="0" err="1"/>
              <a:t>SceneSeek</a:t>
            </a:r>
            <a:r>
              <a:rPr lang="en-US" sz="2400" dirty="0"/>
              <a:t> is an AI-powered system designed to help users quickly find the exact moment they are looking for inside any video. Instead of manually scrolling or guessing timestamps, the system listens to the video’s audio, converts it into clear text, understands the meaning of every line, and lets the user search for any word or idea directly. This makes long videos easier to explore and saves a lot of time for students, professionals, and anyone working with information-heavy content.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2097155" name="Picture 5"/>
          <p:cNvPicPr>
            <a:picLocks noChangeAspect="1"/>
          </p:cNvPicPr>
          <p:nvPr/>
        </p:nvPicPr>
        <p:blipFill>
          <a:blip r:embed="rId2"/>
          <a:stretch>
            <a:fillRect/>
          </a:stretch>
        </p:blipFill>
        <p:spPr>
          <a:xfrm>
            <a:off x="0" y="1"/>
            <a:ext cx="4552335" cy="10645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PlaceHolder 1"/>
          <p:cNvSpPr>
            <a:spLocks noGrp="1"/>
          </p:cNvSpPr>
          <p:nvPr>
            <p:ph type="title"/>
          </p:nvPr>
        </p:nvSpPr>
        <p:spPr>
          <a:xfrm>
            <a:off x="3630600" y="-12960"/>
            <a:ext cx="8557560" cy="1107720"/>
          </a:xfrm>
          <a:prstGeom prst="rect">
            <a:avLst/>
          </a:prstGeom>
          <a:noFill/>
          <a:ln w="0">
            <a:noFill/>
          </a:ln>
        </p:spPr>
        <p:txBody>
          <a:bodyPr lIns="0" tIns="0" rIns="0" bIns="0" anchor="ctr">
            <a:normAutofit/>
          </a:bodyPr>
          <a:lstStyle/>
          <a:p>
            <a:pPr algn="ctr">
              <a:lnSpc>
                <a:spcPct val="90000"/>
              </a:lnSpc>
              <a:buNone/>
            </a:pPr>
            <a:r>
              <a:rPr lang="en-US" sz="4000" b="0" strike="noStrike" spc="-1" dirty="0">
                <a:latin typeface="Times New Roman" panose="02020603050405020304" pitchFamily="18" charset="0"/>
                <a:cs typeface="Times New Roman" panose="02020603050405020304" pitchFamily="18" charset="0"/>
              </a:rPr>
              <a:t>Problem Statement</a:t>
            </a:r>
          </a:p>
        </p:txBody>
      </p:sp>
      <p:sp>
        <p:nvSpPr>
          <p:cNvPr id="1048612" name="PlaceHolder 2"/>
          <p:cNvSpPr>
            <a:spLocks noGrp="1"/>
          </p:cNvSpPr>
          <p:nvPr>
            <p:ph type="dt" idx="20"/>
          </p:nvPr>
        </p:nvSpPr>
        <p:spPr>
          <a:xfrm>
            <a:off x="250560" y="6391080"/>
            <a:ext cx="2739600" cy="361440"/>
          </a:xfrm>
          <a:prstGeom prst="rect">
            <a:avLst/>
          </a:prstGeom>
          <a:noFill/>
          <a:ln w="0">
            <a:noFill/>
          </a:ln>
        </p:spPr>
        <p:txBody>
          <a:bodyPr lIns="90000" tIns="45000" rIns="90000" bIns="45000" anchor="ctr">
            <a:noAutofit/>
          </a:bodyPr>
          <a:lstStyle>
            <a:lvl1pPr>
              <a:lnSpc>
                <a:spcPct val="100000"/>
              </a:lnSpc>
              <a:buNone/>
              <a:defRPr lang="en-GB" sz="1400" b="0" strike="noStrike" spc="-1">
                <a:solidFill>
                  <a:srgbClr val="FFFFFF"/>
                </a:solidFill>
                <a:latin typeface="Calibri"/>
              </a:defRPr>
            </a:lvl1pPr>
          </a:lstStyle>
          <a:p>
            <a:pPr>
              <a:lnSpc>
                <a:spcPct val="100000"/>
              </a:lnSpc>
              <a:buNone/>
            </a:pPr>
            <a:r>
              <a:rPr lang="en-GB" sz="1400" b="0" strike="noStrike" spc="-1" dirty="0">
                <a:solidFill>
                  <a:srgbClr val="FFFFFF"/>
                </a:solidFill>
                <a:latin typeface="Calibri"/>
              </a:rPr>
              <a:t>08-Nov-25</a:t>
            </a:r>
            <a:endParaRPr lang="en-US" sz="1400" b="0" strike="noStrike" spc="-1" dirty="0">
              <a:latin typeface="Times New Roman"/>
            </a:endParaRPr>
          </a:p>
        </p:txBody>
      </p:sp>
      <p:sp>
        <p:nvSpPr>
          <p:cNvPr id="1048613" name="PlaceHolder 3"/>
          <p:cNvSpPr>
            <a:spLocks noGrp="1"/>
          </p:cNvSpPr>
          <p:nvPr>
            <p:ph type="ftr" idx="21"/>
          </p:nvPr>
        </p:nvSpPr>
        <p:spPr>
          <a:xfrm>
            <a:off x="4040400" y="649656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r>
              <a:rPr lang="en-IN" dirty="0"/>
              <a:t> </a:t>
            </a:r>
          </a:p>
          <a:p>
            <a:pPr algn="ctr">
              <a:lnSpc>
                <a:spcPct val="100000"/>
              </a:lnSpc>
              <a:buNone/>
            </a:pPr>
            <a:endParaRPr lang="en-US" sz="1400" b="0" strike="noStrike" spc="-1" dirty="0">
              <a:latin typeface="Times New Roman"/>
            </a:endParaRPr>
          </a:p>
        </p:txBody>
      </p:sp>
      <p:sp>
        <p:nvSpPr>
          <p:cNvPr id="1048614" name="PlaceHolder 4"/>
          <p:cNvSpPr>
            <a:spLocks noGrp="1"/>
          </p:cNvSpPr>
          <p:nvPr>
            <p:ph type="sldNum" idx="5"/>
          </p:nvPr>
        </p:nvSpPr>
        <p:spPr/>
        <p:txBody>
          <a:bodyPr/>
          <a:lstStyle/>
          <a:p>
            <a:fld id="{13222D8A-BA96-4597-847C-2CAFAF3B9F71}" type="slidenum">
              <a:rPr/>
              <a:t>3</a:t>
            </a:fld>
            <a:endParaRPr dirty="0"/>
          </a:p>
        </p:txBody>
      </p:sp>
      <p:sp>
        <p:nvSpPr>
          <p:cNvPr id="1048615" name="TextBox 2"/>
          <p:cNvSpPr txBox="1"/>
          <p:nvPr/>
        </p:nvSpPr>
        <p:spPr>
          <a:xfrm>
            <a:off x="353309" y="1450928"/>
            <a:ext cx="11328066" cy="2834641"/>
          </a:xfrm>
          <a:prstGeom prst="rect">
            <a:avLst/>
          </a:prstGeom>
          <a:noFill/>
        </p:spPr>
        <p:txBody>
          <a:bodyPr wrap="square" rtlCol="0">
            <a:spAutoFit/>
          </a:bodyPr>
          <a:lstStyle/>
          <a:p>
            <a:r>
              <a:rPr lang="en-US" sz="2800" dirty="0"/>
              <a:t>Most long videos do not offer any way to search through the spoken content, so users often waste time jumping from minute to minute trying to find one specific sentence or explanation. Traditional keyword search does not work for videos because the spoken words are not available as text. This project solves that frustration by converting the video’s audio into a searchable transcript and allowing direct navigation to the exact timestamp.</a:t>
            </a:r>
            <a:endParaRPr lang="en-IN" sz="2800" dirty="0"/>
          </a:p>
        </p:txBody>
      </p:sp>
      <p:pic>
        <p:nvPicPr>
          <p:cNvPr id="2097156" name="Picture 1"/>
          <p:cNvPicPr>
            <a:picLocks noChangeAspect="1"/>
          </p:cNvPicPr>
          <p:nvPr/>
        </p:nvPicPr>
        <p:blipFill>
          <a:blip r:embed="rId2"/>
          <a:stretch>
            <a:fillRect/>
          </a:stretch>
        </p:blipFill>
        <p:spPr>
          <a:xfrm>
            <a:off x="0" y="9833"/>
            <a:ext cx="4552335" cy="10645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Title 1"/>
          <p:cNvSpPr>
            <a:spLocks noGrp="1"/>
          </p:cNvSpPr>
          <p:nvPr>
            <p:ph type="title"/>
          </p:nvPr>
        </p:nvSpPr>
        <p:spPr>
          <a:xfrm>
            <a:off x="3362632" y="0"/>
            <a:ext cx="8219588" cy="1144800"/>
          </a:xfrm>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1048617" name="TextBox 7"/>
          <p:cNvSpPr txBox="1"/>
          <p:nvPr/>
        </p:nvSpPr>
        <p:spPr>
          <a:xfrm>
            <a:off x="5120149" y="6399734"/>
            <a:ext cx="6110748" cy="307777"/>
          </a:xfrm>
          <a:prstGeom prst="rect">
            <a:avLst/>
          </a:prstGeom>
          <a:noFill/>
        </p:spPr>
        <p:txBody>
          <a:bodyPr wrap="square">
            <a:spAutoFit/>
          </a:bodyPr>
          <a:lstStyle/>
          <a:p>
            <a:r>
              <a:rPr lang="en-IN" sz="1400" dirty="0">
                <a:solidFill>
                  <a:schemeClr val="bg1"/>
                </a:solidFill>
                <a:latin typeface="Times New Roman" panose="02020603050405020304" pitchFamily="18" charset="0"/>
                <a:cs typeface="Times New Roman" panose="02020603050405020304" pitchFamily="18" charset="0"/>
              </a:rPr>
              <a:t> </a:t>
            </a:r>
          </a:p>
        </p:txBody>
      </p:sp>
      <p:sp>
        <p:nvSpPr>
          <p:cNvPr id="1048618" name="TextBox 9"/>
          <p:cNvSpPr txBox="1"/>
          <p:nvPr/>
        </p:nvSpPr>
        <p:spPr>
          <a:xfrm>
            <a:off x="11461955" y="6368956"/>
            <a:ext cx="435293" cy="307777"/>
          </a:xfrm>
          <a:prstGeom prst="rect">
            <a:avLst/>
          </a:prstGeom>
          <a:noFill/>
        </p:spPr>
        <p:txBody>
          <a:bodyPr wrap="square">
            <a:spAutoFit/>
          </a:bodyPr>
          <a:lstStyle/>
          <a:p>
            <a:r>
              <a:rPr lang="en-IN" sz="1400" dirty="0"/>
              <a:t> </a:t>
            </a:r>
            <a:fld id="{63D42521-282A-4DAE-8E66-11D039CB949A}" type="slidenum">
              <a:rPr lang="en-IN" sz="1400" smtClean="0">
                <a:solidFill>
                  <a:schemeClr val="bg1"/>
                </a:solidFill>
              </a:rPr>
              <a:t>4</a:t>
            </a:fld>
            <a:endParaRPr lang="en-IN" sz="1400" dirty="0">
              <a:solidFill>
                <a:schemeClr val="bg1"/>
              </a:solidFill>
            </a:endParaRPr>
          </a:p>
        </p:txBody>
      </p:sp>
      <p:pic>
        <p:nvPicPr>
          <p:cNvPr id="2097157" name="Picture 10"/>
          <p:cNvPicPr>
            <a:picLocks noChangeAspect="1"/>
          </p:cNvPicPr>
          <p:nvPr/>
        </p:nvPicPr>
        <p:blipFill>
          <a:blip r:embed="rId2"/>
          <a:stretch>
            <a:fillRect/>
          </a:stretch>
        </p:blipFill>
        <p:spPr>
          <a:xfrm>
            <a:off x="0" y="1"/>
            <a:ext cx="4552335" cy="1064512"/>
          </a:xfrm>
          <a:prstGeom prst="rect">
            <a:avLst/>
          </a:prstGeom>
        </p:spPr>
      </p:pic>
      <p:sp>
        <p:nvSpPr>
          <p:cNvPr id="1048619" name="TextBox 6"/>
          <p:cNvSpPr txBox="1"/>
          <p:nvPr/>
        </p:nvSpPr>
        <p:spPr>
          <a:xfrm>
            <a:off x="536896" y="1442907"/>
            <a:ext cx="9823508" cy="396240"/>
          </a:xfrm>
          <a:prstGeom prst="rect">
            <a:avLst/>
          </a:prstGeom>
          <a:noFill/>
        </p:spPr>
        <p:txBody>
          <a:bodyPr wrap="square" rtlCol="0">
            <a:spAutoFit/>
          </a:bodyPr>
          <a:lstStyle/>
          <a:p>
            <a:endParaRPr lang="en-IN" dirty="0"/>
          </a:p>
        </p:txBody>
      </p:sp>
      <p:sp>
        <p:nvSpPr>
          <p:cNvPr id="1048620" name="Rectangle 5"/>
          <p:cNvSpPr>
            <a:spLocks noChangeArrowheads="1"/>
          </p:cNvSpPr>
          <p:nvPr/>
        </p:nvSpPr>
        <p:spPr bwMode="auto">
          <a:xfrm>
            <a:off x="105642" y="1491453"/>
            <a:ext cx="11333480" cy="4422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To convert video audio into accurate, time-aligned text using an advanced</a:t>
            </a:r>
          </a:p>
          <a:p>
            <a:pPr marL="0" marR="0" lvl="0" indent="0" algn="l" defTabSz="914400" rtl="0" eaLnBrk="0" fontAlgn="base" latinLnBrk="0"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 speech-to-text model.</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To represent each dialogue line using sentence embeddings so the system can</a:t>
            </a:r>
          </a:p>
          <a:p>
            <a:pPr marL="0" marR="0" lvl="0" indent="0" algn="l" defTabSz="914400" rtl="0" eaLnBrk="0" fontAlgn="base" latinLnBrk="0"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 understand meaning, not just words.</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To allow users to instantly jump to the correct timestamp in the video using generated </a:t>
            </a:r>
          </a:p>
          <a:p>
            <a:pPr marL="0" marR="0" lvl="0" indent="0" algn="l" defTabSz="914400" rtl="0" eaLnBrk="0" fontAlgn="base" latinLnBrk="0"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scene links.</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To enable question–answering over the video by retrieving and summarizing the </a:t>
            </a:r>
          </a:p>
          <a:p>
            <a:pPr marL="0" marR="0" lvl="0" indent="0" algn="l" defTabSz="914400" rtl="0" eaLnBrk="0" fontAlgn="base" latinLnBrk="0" hangingPunct="0">
              <a:lnSpc>
                <a:spcPct val="100000"/>
              </a:lnSpc>
              <a:spcBef>
                <a:spcPct val="0"/>
              </a:spcBef>
              <a:spcAft>
                <a:spcPct val="0"/>
              </a:spcAft>
              <a:buClrTx/>
              <a:buSzTx/>
            </a:pPr>
            <a:r>
              <a:rPr kumimoji="0" lang="en-US" altLang="en-US" sz="2400" b="0" i="0" u="none" strike="noStrike" cap="none" normalizeH="0" baseline="0" dirty="0">
                <a:ln>
                  <a:noFill/>
                </a:ln>
                <a:solidFill>
                  <a:schemeClr val="tx1"/>
                </a:solidFill>
                <a:effectLst/>
                <a:latin typeface="Arial" panose="020B0604020202020204" pitchFamily="34" charset="0"/>
              </a:rPr>
              <a:t>most relevant parts of the transcript.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To build a clean, minimal, and easy-to-use interface for smooth user interaction.</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To implement both exact and semantic search for fast, accurate retrieval of r</a:t>
            </a:r>
          </a:p>
          <a:p>
            <a:pPr marL="0" marR="0" lvl="0" indent="0" algn="l" defTabSz="914400" rtl="0" eaLnBrk="0" fontAlgn="base" latinLnBrk="0" hangingPunct="0">
              <a:lnSpc>
                <a:spcPct val="100000"/>
              </a:lnSpc>
              <a:spcBef>
                <a:spcPct val="0"/>
              </a:spcBef>
              <a:spcAft>
                <a:spcPct val="0"/>
              </a:spcAft>
              <a:buClrTx/>
              <a:buSzTx/>
            </a:pPr>
            <a:r>
              <a:rPr kumimoji="0" lang="en-US" altLang="en-US" sz="2400" b="0" i="0" u="none" strike="noStrike" cap="none" normalizeH="0" baseline="0" dirty="0" err="1">
                <a:ln>
                  <a:noFill/>
                </a:ln>
                <a:solidFill>
                  <a:schemeClr val="tx1"/>
                </a:solidFill>
                <a:effectLst/>
                <a:latin typeface="Arial" panose="020B0604020202020204" pitchFamily="34" charset="0"/>
              </a:rPr>
              <a:t>elevant</a:t>
            </a:r>
            <a:r>
              <a:rPr kumimoji="0" lang="en-US" altLang="en-US" sz="2400" b="0" i="0" u="none" strike="noStrike" cap="none" normalizeH="0" baseline="0" dirty="0">
                <a:ln>
                  <a:noFill/>
                </a:ln>
                <a:solidFill>
                  <a:schemeClr val="tx1"/>
                </a:solidFill>
                <a:effectLst/>
                <a:latin typeface="Arial" panose="020B0604020202020204" pitchFamily="34" charset="0"/>
              </a:rPr>
              <a:t> scenes.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1"/>
          <p:cNvSpPr>
            <a:spLocks noGrp="1"/>
          </p:cNvSpPr>
          <p:nvPr>
            <p:ph type="title"/>
          </p:nvPr>
        </p:nvSpPr>
        <p:spPr>
          <a:xfrm>
            <a:off x="5808073" y="0"/>
            <a:ext cx="7597149" cy="1144800"/>
          </a:xfrm>
        </p:spPr>
        <p:txBody>
          <a:bodyPr/>
          <a:lstStyle/>
          <a:p>
            <a:r>
              <a:rPr lang="en-IN" dirty="0">
                <a:latin typeface="Times New Roman" panose="02020603050405020304" pitchFamily="18" charset="0"/>
                <a:cs typeface="Times New Roman" panose="02020603050405020304" pitchFamily="18" charset="0"/>
              </a:rPr>
              <a:t>Methodology</a:t>
            </a:r>
          </a:p>
        </p:txBody>
      </p:sp>
      <p:sp>
        <p:nvSpPr>
          <p:cNvPr id="1048627" name="Content Placeholder 2"/>
          <p:cNvSpPr>
            <a:spLocks noGrp="1"/>
          </p:cNvSpPr>
          <p:nvPr>
            <p:ph/>
          </p:nvPr>
        </p:nvSpPr>
        <p:spPr>
          <a:xfrm>
            <a:off x="425042" y="1540321"/>
            <a:ext cx="11341915" cy="4580388"/>
          </a:xfrm>
        </p:spPr>
        <p:txBody>
          <a:bodyPr>
            <a:noAutofit/>
          </a:bodyPr>
          <a:lstStyle/>
          <a:p>
            <a:pPr marL="0" indent="0">
              <a:buNone/>
            </a:pPr>
            <a:r>
              <a:rPr lang="en-US" sz="1800" b="1" dirty="0"/>
              <a:t>1. Audio Extraction</a:t>
            </a:r>
          </a:p>
          <a:p>
            <a:r>
              <a:rPr lang="en-US" sz="1800" dirty="0"/>
              <a:t>The system extracts the audio from the input video and prepares it for speech processing.</a:t>
            </a:r>
          </a:p>
          <a:p>
            <a:endParaRPr lang="en-US" sz="1800" dirty="0"/>
          </a:p>
          <a:p>
            <a:pPr marL="0" indent="0">
              <a:buNone/>
            </a:pPr>
            <a:r>
              <a:rPr lang="en-US" sz="1800" b="1" dirty="0"/>
              <a:t>2. Speech-to-Text Conversion (ASR – Distil-Whisper)</a:t>
            </a:r>
          </a:p>
          <a:p>
            <a:r>
              <a:rPr lang="en-US" sz="1800" dirty="0"/>
              <a:t>The audio is sent to the Whisper model, which converts the speech into accurate text along with start and end timestamps for every spoken segment.</a:t>
            </a:r>
          </a:p>
          <a:p>
            <a:endParaRPr lang="en-US" sz="1800" dirty="0"/>
          </a:p>
          <a:p>
            <a:pPr marL="0" indent="0">
              <a:buNone/>
            </a:pPr>
            <a:r>
              <a:rPr lang="en-US" sz="1800" b="1" dirty="0"/>
              <a:t>3. Transcript Cleaning &amp; Segmentation</a:t>
            </a:r>
          </a:p>
          <a:p>
            <a:r>
              <a:rPr lang="en-US" sz="1800" dirty="0"/>
              <a:t>The generated text is cleaned, organized and divided into small time-aligned pieces so the system can process them efficiently.</a:t>
            </a:r>
          </a:p>
          <a:p>
            <a:endParaRPr lang="en-US" sz="1800" dirty="0"/>
          </a:p>
          <a:p>
            <a:pPr marL="0" indent="0">
              <a:buNone/>
            </a:pPr>
            <a:r>
              <a:rPr lang="en-US" sz="1800" b="1" dirty="0"/>
              <a:t>4. Semantic Embedding Generation (SBERT)</a:t>
            </a:r>
          </a:p>
          <a:p>
            <a:r>
              <a:rPr lang="en-US" sz="1800" dirty="0"/>
              <a:t>Each dialogue line is converted into a numeric vector that captures its meaning. This allows the computer to understand similarity between sentences.</a:t>
            </a:r>
          </a:p>
          <a:p>
            <a:endParaRPr lang="en-US" sz="1800" dirty="0"/>
          </a:p>
          <a:p>
            <a:pPr marL="0" indent="0">
              <a:buNone/>
            </a:pPr>
            <a:r>
              <a:rPr lang="en-US" sz="1800" b="1" dirty="0"/>
              <a:t>5. Semantic Search Indexing (FAISS)</a:t>
            </a:r>
          </a:p>
          <a:p>
            <a:r>
              <a:rPr lang="en-US" sz="1800" dirty="0"/>
              <a:t>All vectors are stored in the FAISS search engine, enabling fast and efficient similarity matching across thousands of dialogue lines.</a:t>
            </a:r>
          </a:p>
          <a:p>
            <a:endParaRPr lang="en-IN"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5808074" y="0"/>
            <a:ext cx="7597149" cy="1144800"/>
          </a:xfrm>
        </p:spPr>
        <p:txBody>
          <a:bodyPr/>
          <a:lstStyle/>
          <a:p>
            <a:r>
              <a:rPr lang="en-IN" dirty="0">
                <a:latin typeface="Times New Roman" panose="02020603050405020304" pitchFamily="18" charset="0"/>
                <a:cs typeface="Times New Roman" panose="02020603050405020304" pitchFamily="18" charset="0"/>
              </a:rPr>
              <a:t>Methodology</a:t>
            </a:r>
          </a:p>
        </p:txBody>
      </p:sp>
      <p:sp>
        <p:nvSpPr>
          <p:cNvPr id="1048629" name="Content Placeholder 2"/>
          <p:cNvSpPr>
            <a:spLocks noGrp="1"/>
          </p:cNvSpPr>
          <p:nvPr>
            <p:ph/>
          </p:nvPr>
        </p:nvSpPr>
        <p:spPr>
          <a:xfrm>
            <a:off x="299207" y="1593908"/>
            <a:ext cx="11341915" cy="3414320"/>
          </a:xfrm>
        </p:spPr>
        <p:txBody>
          <a:bodyPr>
            <a:noAutofit/>
          </a:bodyPr>
          <a:lstStyle/>
          <a:p>
            <a:r>
              <a:rPr lang="en-US" sz="2000" b="1" dirty="0"/>
              <a:t>6. Query Processing &amp; Retrieval</a:t>
            </a:r>
          </a:p>
          <a:p>
            <a:r>
              <a:rPr lang="en-US" sz="2000" dirty="0"/>
              <a:t>When the user enters a search query, it is also converted into a vector. FAISS finds the closest matching lines instantly.</a:t>
            </a:r>
          </a:p>
          <a:p>
            <a:endParaRPr lang="en-US" sz="2000" dirty="0"/>
          </a:p>
          <a:p>
            <a:r>
              <a:rPr lang="en-US" sz="2000" b="1" dirty="0"/>
              <a:t>7. Exact Search + Semantic Search Combination</a:t>
            </a:r>
          </a:p>
          <a:p>
            <a:r>
              <a:rPr lang="en-US" sz="2000" dirty="0"/>
              <a:t>Both exact word matching and meaning-based matching are applied to ensure accurate retrieval, even if the user’s wording is different from the video.</a:t>
            </a:r>
          </a:p>
          <a:p>
            <a:endParaRPr lang="en-US" sz="2000" dirty="0"/>
          </a:p>
          <a:p>
            <a:r>
              <a:rPr lang="en-US" sz="2000" b="1" dirty="0"/>
              <a:t>8. Display of Results &amp; Timestamps</a:t>
            </a:r>
          </a:p>
          <a:p>
            <a:r>
              <a:rPr lang="en-US" sz="2000" dirty="0"/>
              <a:t>Finally, the UI shows the matching dialogue lines with timestamps and jump links that allow the user to directly view the moment in the video.</a:t>
            </a:r>
          </a:p>
          <a:p>
            <a:endParaRPr lang="en-IN"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Title 1"/>
          <p:cNvSpPr>
            <a:spLocks noGrp="1"/>
          </p:cNvSpPr>
          <p:nvPr>
            <p:ph type="title"/>
          </p:nvPr>
        </p:nvSpPr>
        <p:spPr>
          <a:xfrm>
            <a:off x="6273156" y="0"/>
            <a:ext cx="7597149" cy="1144800"/>
          </a:xfrm>
        </p:spPr>
        <p:txBody>
          <a:bodyPr/>
          <a:lstStyle/>
          <a:p>
            <a:r>
              <a:rPr lang="en-IN" dirty="0">
                <a:latin typeface="Times New Roman" panose="02020603050405020304" pitchFamily="18" charset="0"/>
                <a:cs typeface="Times New Roman" panose="02020603050405020304" pitchFamily="18" charset="0"/>
              </a:rPr>
              <a:t>Results</a:t>
            </a:r>
          </a:p>
        </p:txBody>
      </p:sp>
      <p:sp>
        <p:nvSpPr>
          <p:cNvPr id="1048631" name="Rectangle 1"/>
          <p:cNvSpPr>
            <a:spLocks noGrp="1" noChangeArrowheads="1"/>
          </p:cNvSpPr>
          <p:nvPr>
            <p:ph/>
          </p:nvPr>
        </p:nvSpPr>
        <p:spPr bwMode="auto">
          <a:xfrm>
            <a:off x="229835" y="1403256"/>
            <a:ext cx="10704334" cy="477053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system successfully converted the full video audio into accurate text with </a:t>
            </a:r>
          </a:p>
          <a:p>
            <a:pPr marL="0" marR="0" lvl="0"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proper timestamps using the Whisper ASR model.</a:t>
            </a:r>
            <a:endParaRPr lang="en-US" altLang="en-US" sz="16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All dialogue lines were transformed into meaningful sentence embeddings, allowing the system </a:t>
            </a:r>
          </a:p>
          <a:p>
            <a:pPr marL="0" marR="0" lvl="0"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to understand similar ideas even when the words were different.</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hybrid search method delivered correct matches for both exact keyword queries and </a:t>
            </a:r>
          </a:p>
          <a:p>
            <a:pPr marL="0" marR="0" lvl="0"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semantic (meaning-based) queries.</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FAISS search engine retrieved matching lines instantly, even for long videos with hundreds of </a:t>
            </a:r>
          </a:p>
          <a:p>
            <a:pPr marL="0" marR="0" lvl="0"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dialogue segments.</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system correctly generated jump links, allowing users to directly open the exact scene in the </a:t>
            </a:r>
          </a:p>
          <a:p>
            <a:pPr marL="0" marR="0" lvl="0"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YouTube video.</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Q&amp;A feature provided relevant answers by identifying important parts of the transcript related</a:t>
            </a:r>
          </a:p>
          <a:p>
            <a:pPr marL="0" marR="0" lvl="0"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Arial" panose="020B0604020202020204" pitchFamily="34" charset="0"/>
              </a:rPr>
              <a:t> to the user’s question.</a:t>
            </a:r>
          </a:p>
          <a:p>
            <a:pPr marL="0" marR="0" lvl="0" indent="0" algn="l" defTabSz="914400" rtl="0" eaLnBrk="0" fontAlgn="base" latinLnBrk="0"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The minimal liquid-glass interface displayed all results clearly and made navigation simple for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PlaceHolder 1"/>
          <p:cNvSpPr>
            <a:spLocks noGrp="1"/>
          </p:cNvSpPr>
          <p:nvPr>
            <p:ph type="title"/>
          </p:nvPr>
        </p:nvSpPr>
        <p:spPr>
          <a:xfrm>
            <a:off x="3078807" y="21936"/>
            <a:ext cx="8557560" cy="1107720"/>
          </a:xfrm>
          <a:prstGeom prst="rect">
            <a:avLst/>
          </a:prstGeom>
          <a:noFill/>
          <a:ln w="0">
            <a:noFill/>
          </a:ln>
        </p:spPr>
        <p:txBody>
          <a:bodyPr lIns="0" tIns="0" rIns="0" bIns="0" anchor="ctr">
            <a:normAutofit/>
          </a:bodyPr>
          <a:lstStyle/>
          <a:p>
            <a:pPr algn="ctr">
              <a:lnSpc>
                <a:spcPct val="90000"/>
              </a:lnSpc>
              <a:buNone/>
            </a:pPr>
            <a:r>
              <a:rPr lang="en-US" sz="4000" spc="-1" dirty="0">
                <a:latin typeface="Times New Roman" panose="02020603050405020304" pitchFamily="18" charset="0"/>
                <a:cs typeface="Times New Roman" panose="02020603050405020304" pitchFamily="18" charset="0"/>
              </a:rPr>
              <a:t>Output</a:t>
            </a:r>
            <a:endParaRPr lang="en-US" sz="4000" b="0" strike="noStrike" spc="-1" dirty="0">
              <a:latin typeface="Times New Roman" panose="02020603050405020304" pitchFamily="18" charset="0"/>
              <a:cs typeface="Times New Roman" panose="02020603050405020304" pitchFamily="18" charset="0"/>
            </a:endParaRPr>
          </a:p>
        </p:txBody>
      </p:sp>
      <p:sp>
        <p:nvSpPr>
          <p:cNvPr id="1048633" name="PlaceHolder 3"/>
          <p:cNvSpPr>
            <a:spLocks noGrp="1"/>
          </p:cNvSpPr>
          <p:nvPr>
            <p:ph type="ftr" idx="22"/>
          </p:nvPr>
        </p:nvSpPr>
        <p:spPr>
          <a:xfrm>
            <a:off x="4038480" y="649656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r>
              <a:rPr lang="en-IN" dirty="0"/>
              <a:t> </a:t>
            </a:r>
          </a:p>
          <a:p>
            <a:pPr algn="ctr">
              <a:lnSpc>
                <a:spcPct val="100000"/>
              </a:lnSpc>
              <a:buNone/>
            </a:pPr>
            <a:endParaRPr lang="en-US" sz="1400" b="1" strike="noStrike" spc="-1" dirty="0">
              <a:latin typeface="Times New Roman"/>
            </a:endParaRPr>
          </a:p>
        </p:txBody>
      </p:sp>
      <p:sp>
        <p:nvSpPr>
          <p:cNvPr id="1048634" name="PlaceHolder 4"/>
          <p:cNvSpPr>
            <a:spLocks noGrp="1"/>
          </p:cNvSpPr>
          <p:nvPr>
            <p:ph type="dt" idx="23"/>
          </p:nvPr>
        </p:nvSpPr>
        <p:spPr>
          <a:xfrm>
            <a:off x="250560" y="6391080"/>
            <a:ext cx="2739600" cy="361440"/>
          </a:xfrm>
          <a:prstGeom prst="rect">
            <a:avLst/>
          </a:prstGeom>
          <a:noFill/>
          <a:ln w="0">
            <a:noFill/>
          </a:ln>
        </p:spPr>
        <p:txBody>
          <a:bodyPr lIns="90000" tIns="45000" rIns="90000" bIns="45000" anchor="ctr">
            <a:noAutofit/>
          </a:bodyPr>
          <a:lstStyle>
            <a:lvl1pPr>
              <a:lnSpc>
                <a:spcPct val="100000"/>
              </a:lnSpc>
              <a:buNone/>
              <a:defRPr lang="en-GB" sz="1400" b="0" strike="noStrike" spc="-1">
                <a:solidFill>
                  <a:srgbClr val="FFFFFF"/>
                </a:solidFill>
                <a:latin typeface="Calibri"/>
              </a:defRPr>
            </a:lvl1pPr>
          </a:lstStyle>
          <a:p>
            <a:pPr>
              <a:lnSpc>
                <a:spcPct val="100000"/>
              </a:lnSpc>
              <a:buNone/>
            </a:pPr>
            <a:r>
              <a:rPr lang="en-GB" sz="1400" b="0" strike="noStrike" spc="-1" dirty="0">
                <a:solidFill>
                  <a:srgbClr val="FFFFFF"/>
                </a:solidFill>
                <a:latin typeface="Calibri"/>
              </a:rPr>
              <a:t>08-Nov-25</a:t>
            </a:r>
            <a:endParaRPr lang="en-US" sz="1400" b="0" strike="noStrike" spc="-1" dirty="0">
              <a:latin typeface="Times New Roman"/>
            </a:endParaRPr>
          </a:p>
        </p:txBody>
      </p:sp>
      <p:sp>
        <p:nvSpPr>
          <p:cNvPr id="1048635" name="PlaceHolder 5"/>
          <p:cNvSpPr>
            <a:spLocks noGrp="1"/>
          </p:cNvSpPr>
          <p:nvPr>
            <p:ph type="sldNum" idx="5"/>
          </p:nvPr>
        </p:nvSpPr>
        <p:spPr/>
        <p:txBody>
          <a:bodyPr/>
          <a:lstStyle/>
          <a:p>
            <a:fld id="{63D42521-282A-4DAE-8E66-11D039CB949A}" type="slidenum">
              <a:rPr/>
              <a:t>8</a:t>
            </a:fld>
            <a:endParaRPr dirty="0"/>
          </a:p>
        </p:txBody>
      </p:sp>
      <p:pic>
        <p:nvPicPr>
          <p:cNvPr id="2097158" name="Picture 6"/>
          <p:cNvPicPr>
            <a:picLocks noChangeAspect="1"/>
          </p:cNvPicPr>
          <p:nvPr/>
        </p:nvPicPr>
        <p:blipFill>
          <a:blip r:embed="rId2"/>
          <a:stretch>
            <a:fillRect/>
          </a:stretch>
        </p:blipFill>
        <p:spPr>
          <a:xfrm>
            <a:off x="0" y="1"/>
            <a:ext cx="4552335" cy="1064512"/>
          </a:xfrm>
          <a:prstGeom prst="rect">
            <a:avLst/>
          </a:prstGeom>
        </p:spPr>
      </p:pic>
      <p:pic>
        <p:nvPicPr>
          <p:cNvPr id="2097159" name="Picture 3"/>
          <p:cNvPicPr>
            <a:picLocks noChangeAspect="1"/>
          </p:cNvPicPr>
          <p:nvPr/>
        </p:nvPicPr>
        <p:blipFill>
          <a:blip r:embed="rId3"/>
          <a:stretch>
            <a:fillRect/>
          </a:stretch>
        </p:blipFill>
        <p:spPr>
          <a:xfrm>
            <a:off x="137652" y="1465976"/>
            <a:ext cx="6455879" cy="4034924"/>
          </a:xfrm>
          <a:prstGeom prst="rect">
            <a:avLst/>
          </a:prstGeom>
        </p:spPr>
      </p:pic>
      <p:pic>
        <p:nvPicPr>
          <p:cNvPr id="2097160" name="Picture 8" descr="A person on a stage  AI-generated content may be incorrect."/>
          <p:cNvPicPr>
            <a:picLocks noChangeAspect="1"/>
          </p:cNvPicPr>
          <p:nvPr/>
        </p:nvPicPr>
        <p:blipFill>
          <a:blip r:embed="rId4"/>
          <a:stretch>
            <a:fillRect/>
          </a:stretch>
        </p:blipFill>
        <p:spPr>
          <a:xfrm>
            <a:off x="6101398" y="1465977"/>
            <a:ext cx="6086762" cy="40349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PlaceHolder 1"/>
          <p:cNvSpPr>
            <a:spLocks noGrp="1"/>
          </p:cNvSpPr>
          <p:nvPr>
            <p:ph type="title"/>
          </p:nvPr>
        </p:nvSpPr>
        <p:spPr>
          <a:xfrm>
            <a:off x="1815480" y="2873520"/>
            <a:ext cx="8557560" cy="1107720"/>
          </a:xfrm>
          <a:prstGeom prst="rect">
            <a:avLst/>
          </a:prstGeom>
          <a:noFill/>
          <a:ln w="0">
            <a:noFill/>
          </a:ln>
        </p:spPr>
        <p:txBody>
          <a:bodyPr lIns="90000" tIns="45000" rIns="90000" bIns="45000" anchor="ctr">
            <a:normAutofit/>
          </a:bodyPr>
          <a:lstStyle/>
          <a:p>
            <a:pPr algn="ctr">
              <a:lnSpc>
                <a:spcPct val="90000"/>
              </a:lnSpc>
              <a:buNone/>
            </a:pPr>
            <a:r>
              <a:rPr lang="en-GB" sz="4800" b="0" strike="noStrike" spc="-1">
                <a:solidFill>
                  <a:srgbClr val="000000"/>
                </a:solidFill>
                <a:latin typeface="Times New Roman"/>
              </a:rPr>
              <a:t>Thank You!</a:t>
            </a:r>
            <a:endParaRPr lang="en-US" sz="4800" b="0" strike="noStrike" spc="-1">
              <a:latin typeface="Arial"/>
            </a:endParaRPr>
          </a:p>
        </p:txBody>
      </p:sp>
      <p:sp>
        <p:nvSpPr>
          <p:cNvPr id="1048647" name="PlaceHolder 2"/>
          <p:cNvSpPr>
            <a:spLocks noGrp="1"/>
          </p:cNvSpPr>
          <p:nvPr>
            <p:ph type="dt" idx="39"/>
          </p:nvPr>
        </p:nvSpPr>
        <p:spPr>
          <a:xfrm>
            <a:off x="250920" y="6391440"/>
            <a:ext cx="2739600" cy="361440"/>
          </a:xfrm>
          <a:prstGeom prst="rect">
            <a:avLst/>
          </a:prstGeom>
          <a:noFill/>
          <a:ln w="0">
            <a:noFill/>
          </a:ln>
        </p:spPr>
        <p:txBody>
          <a:bodyPr lIns="90000" tIns="45000" rIns="90000" bIns="45000" anchor="ctr">
            <a:noAutofit/>
          </a:bodyPr>
          <a:lstStyle>
            <a:lvl1pPr>
              <a:lnSpc>
                <a:spcPct val="100000"/>
              </a:lnSpc>
              <a:buNone/>
              <a:defRPr lang="en-GB" sz="1400" b="0" strike="noStrike" spc="-1">
                <a:solidFill>
                  <a:srgbClr val="FFFFFF"/>
                </a:solidFill>
                <a:latin typeface="Calibri"/>
              </a:defRPr>
            </a:lvl1pPr>
          </a:lstStyle>
          <a:p>
            <a:pPr>
              <a:lnSpc>
                <a:spcPct val="100000"/>
              </a:lnSpc>
              <a:buNone/>
            </a:pPr>
            <a:r>
              <a:rPr lang="en-GB" sz="1400" b="0" strike="noStrike" spc="-1" dirty="0">
                <a:solidFill>
                  <a:srgbClr val="FFFFFF"/>
                </a:solidFill>
                <a:latin typeface="Calibri"/>
              </a:rPr>
              <a:t>08-Nov-25</a:t>
            </a:r>
            <a:endParaRPr lang="en-US" sz="1400" b="0" strike="noStrike" spc="-1" dirty="0">
              <a:latin typeface="Times New Roman"/>
            </a:endParaRPr>
          </a:p>
        </p:txBody>
      </p:sp>
      <p:sp>
        <p:nvSpPr>
          <p:cNvPr id="1048648" name="PlaceHolder 3"/>
          <p:cNvSpPr>
            <a:spLocks noGrp="1"/>
          </p:cNvSpPr>
          <p:nvPr>
            <p:ph type="ftr" idx="40"/>
          </p:nvPr>
        </p:nvSpPr>
        <p:spPr>
          <a:xfrm>
            <a:off x="4038480" y="6356520"/>
            <a:ext cx="4111200" cy="361440"/>
          </a:xfrm>
          <a:prstGeom prst="rect">
            <a:avLst/>
          </a:prstGeom>
          <a:noFill/>
          <a:ln w="0">
            <a:noFill/>
          </a:ln>
        </p:spPr>
        <p:txBody>
          <a:bodyPr lIns="90000" tIns="45000" rIns="90000" bIns="45000" anchor="ctr">
            <a:noAutofit/>
          </a:bodyPr>
          <a:lstStyle>
            <a:lvl1pPr algn="ctr">
              <a:lnSpc>
                <a:spcPct val="100000"/>
              </a:lnSpc>
              <a:buNone/>
              <a:defRPr lang="en-GB" sz="1400" b="0" strike="noStrike" spc="-1">
                <a:solidFill>
                  <a:srgbClr val="FFFFFF"/>
                </a:solidFill>
                <a:latin typeface="Times New Roman"/>
              </a:defRPr>
            </a:lvl1pPr>
          </a:lstStyle>
          <a:p>
            <a:pPr algn="ctr">
              <a:lnSpc>
                <a:spcPct val="100000"/>
              </a:lnSpc>
              <a:buNone/>
            </a:pPr>
            <a:endParaRPr lang="en-US" dirty="0"/>
          </a:p>
          <a:p>
            <a:pPr algn="ctr">
              <a:lnSpc>
                <a:spcPct val="100000"/>
              </a:lnSpc>
              <a:buNone/>
            </a:pPr>
            <a:endParaRPr lang="en-US" sz="1400" b="0" strike="noStrike" spc="-1" dirty="0">
              <a:latin typeface="Times New Roman"/>
            </a:endParaRPr>
          </a:p>
          <a:p>
            <a:pPr algn="ctr">
              <a:lnSpc>
                <a:spcPct val="100000"/>
              </a:lnSpc>
              <a:buNone/>
            </a:pPr>
            <a:endParaRPr lang="en-US" sz="1400" b="0" strike="noStrike" spc="-1" dirty="0">
              <a:latin typeface="Times New Roman"/>
            </a:endParaRPr>
          </a:p>
        </p:txBody>
      </p:sp>
      <p:sp>
        <p:nvSpPr>
          <p:cNvPr id="1048649" name="PlaceHolder 4"/>
          <p:cNvSpPr>
            <a:spLocks noGrp="1"/>
          </p:cNvSpPr>
          <p:nvPr>
            <p:ph type="sldNum" idx="11"/>
          </p:nvPr>
        </p:nvSpPr>
        <p:spPr/>
        <p:txBody>
          <a:bodyPr/>
          <a:lstStyle/>
          <a:p>
            <a:fld id="{30DD7FD2-41D3-4F66-9F57-CB40DAD75435}" type="slidenum">
              <a:t>9</a:t>
            </a:fld>
            <a:endParaRPr/>
          </a:p>
        </p:txBody>
      </p:sp>
      <p:pic>
        <p:nvPicPr>
          <p:cNvPr id="2097162" name="Picture 1"/>
          <p:cNvPicPr>
            <a:picLocks noChangeAspect="1"/>
          </p:cNvPicPr>
          <p:nvPr/>
        </p:nvPicPr>
        <p:blipFill>
          <a:blip r:embed="rId2"/>
          <a:stretch>
            <a:fillRect/>
          </a:stretch>
        </p:blipFill>
        <p:spPr>
          <a:xfrm>
            <a:off x="0" y="1"/>
            <a:ext cx="4552335" cy="10645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710</Words>
  <Application>Microsoft Office PowerPoint</Application>
  <PresentationFormat>Widescreen</PresentationFormat>
  <Paragraphs>85</Paragraphs>
  <Slides>9</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9</vt:i4>
      </vt:variant>
    </vt:vector>
  </HeadingPairs>
  <TitlesOfParts>
    <vt:vector size="17" baseType="lpstr">
      <vt:lpstr>Arial</vt:lpstr>
      <vt:lpstr>Calibri</vt:lpstr>
      <vt:lpstr>Symbol</vt:lpstr>
      <vt:lpstr>Times New Roman</vt:lpstr>
      <vt:lpstr>Wingdings</vt:lpstr>
      <vt:lpstr>Office Theme</vt:lpstr>
      <vt:lpstr>Office Theme</vt:lpstr>
      <vt:lpstr>Office Theme</vt:lpstr>
      <vt:lpstr>SceneSeek:  A Semantic Video Dialogue Search Engine</vt:lpstr>
      <vt:lpstr>Introduction</vt:lpstr>
      <vt:lpstr>Problem Statement</vt:lpstr>
      <vt:lpstr>Objectives</vt:lpstr>
      <vt:lpstr>Methodology</vt:lpstr>
      <vt:lpstr>Methodology</vt:lpstr>
      <vt:lpstr>Results</vt:lpstr>
      <vt:lpstr>Output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 Meiyappan</dc:creator>
  <cp:lastModifiedBy>Bhuvanashri B</cp:lastModifiedBy>
  <cp:revision>1</cp:revision>
  <dcterms:created xsi:type="dcterms:W3CDTF">2025-01-08T04:38:38Z</dcterms:created>
  <dcterms:modified xsi:type="dcterms:W3CDTF">2026-03-17T08:22:07Z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9</vt:i4>
  </property>
  <property fmtid="{D5CDD505-2E9C-101B-9397-08002B2CF9AE}" pid="4" name="ICV">
    <vt:lpwstr>f46a2bdacb024b59893d589427ba5101</vt:lpwstr>
  </property>
</Properties>
</file>